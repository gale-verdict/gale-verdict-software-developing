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7.xml" ContentType="application/vnd.openxmlformats-officedocument.theme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1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2.xml" ContentType="application/vnd.openxmlformats-officedocument.theme+xml"/>
  <Override PartName="/ppt/slideLayouts/slideLayout29.xml" ContentType="application/vnd.openxmlformats-officedocument.presentationml.slideLayout+xml"/>
  <Override PartName="/ppt/theme/theme13.xml" ContentType="application/vnd.openxmlformats-officedocument.theme+xml"/>
  <Override PartName="/ppt/slideLayouts/slideLayout30.xml" ContentType="application/vnd.openxmlformats-officedocument.presentationml.slideLayout+xml"/>
  <Override PartName="/ppt/theme/theme1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5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16.xml" ContentType="application/vnd.openxmlformats-officedocument.theme+xml"/>
  <Override PartName="/ppt/slideLayouts/slideLayout37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14" r:id="rId1"/>
    <p:sldMasterId id="2147483817" r:id="rId2"/>
    <p:sldMasterId id="2147483823" r:id="rId3"/>
    <p:sldMasterId id="2147483826" r:id="rId4"/>
    <p:sldMasterId id="2147483829" r:id="rId5"/>
    <p:sldMasterId id="2147483832" r:id="rId6"/>
    <p:sldMasterId id="2147483834" r:id="rId7"/>
    <p:sldMasterId id="2147483837" r:id="rId8"/>
    <p:sldMasterId id="2147483839" r:id="rId9"/>
    <p:sldMasterId id="2147483842" r:id="rId10"/>
    <p:sldMasterId id="2147483844" r:id="rId11"/>
    <p:sldMasterId id="2147483847" r:id="rId12"/>
    <p:sldMasterId id="2147483850" r:id="rId13"/>
    <p:sldMasterId id="2147483852" r:id="rId14"/>
    <p:sldMasterId id="2147483854" r:id="rId15"/>
    <p:sldMasterId id="2147483857" r:id="rId16"/>
    <p:sldMasterId id="2147483862" r:id="rId17"/>
  </p:sldMasterIdLst>
  <p:notesMasterIdLst>
    <p:notesMasterId r:id="rId28"/>
  </p:notesMasterIdLst>
  <p:sldIdLst>
    <p:sldId id="1832" r:id="rId18"/>
    <p:sldId id="3249" r:id="rId19"/>
    <p:sldId id="2766" r:id="rId20"/>
    <p:sldId id="2753" r:id="rId21"/>
    <p:sldId id="2762" r:id="rId22"/>
    <p:sldId id="2671" r:id="rId23"/>
    <p:sldId id="2700" r:id="rId24"/>
    <p:sldId id="2845" r:id="rId25"/>
    <p:sldId id="2859" r:id="rId26"/>
    <p:sldId id="1833" r:id="rId27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CBBC"/>
    <a:srgbClr val="679A7D"/>
    <a:srgbClr val="A13F0B"/>
    <a:srgbClr val="006C39"/>
    <a:srgbClr val="007E42"/>
    <a:srgbClr val="008646"/>
    <a:srgbClr val="006434"/>
    <a:srgbClr val="8E0309"/>
    <a:srgbClr val="194326"/>
    <a:srgbClr val="FFFF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70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9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76123E4-4C7F-4FE4-BE3C-67F6514FFE8D}" type="datetimeFigureOut">
              <a:rPr lang="zh-CN" altLang="en-US" smtClean="0"/>
              <a:pPr>
                <a:defRPr/>
              </a:pPr>
              <a:t>2026/9/9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888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691E-2583-6DCD-099B-AEAC655D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A2482C-621B-5E65-124C-1115F44A3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2E76CD-4E2F-C633-FFA3-5A043512C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36911B-C656-23F2-ED21-DAFA2680E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201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642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76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830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065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122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8277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304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6656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2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4.xml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5.xml"/><Relationship Id="rId4" Type="http://schemas.openxmlformats.org/officeDocument/2006/relationships/image" Target="../media/image3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5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6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174683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7430" y="1483539"/>
            <a:ext cx="7373912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 userDrawn="1"/>
        </p:nvGrpSpPr>
        <p:grpSpPr>
          <a:xfrm>
            <a:off x="9834169" y="2044937"/>
            <a:ext cx="1778296" cy="3249639"/>
            <a:chOff x="611819" y="2031917"/>
            <a:chExt cx="1709546" cy="3124006"/>
          </a:xfrm>
        </p:grpSpPr>
        <p:grpSp>
          <p:nvGrpSpPr>
            <p:cNvPr id="46" name="组合 45"/>
            <p:cNvGrpSpPr/>
            <p:nvPr/>
          </p:nvGrpSpPr>
          <p:grpSpPr>
            <a:xfrm>
              <a:off x="611819" y="2051403"/>
              <a:ext cx="567014" cy="3098349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68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65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6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 userDrawn="1"/>
          </p:nvGrpSpPr>
          <p:grpSpPr>
            <a:xfrm>
              <a:off x="1752713" y="2031917"/>
              <a:ext cx="568652" cy="3124006"/>
              <a:chOff x="1752713" y="2031917"/>
              <a:chExt cx="568652" cy="3124006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4" y="3776575"/>
                <a:ext cx="501269" cy="527571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9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0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3" y="2031917"/>
                <a:ext cx="568652" cy="718219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7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8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1" y="3075552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4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5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804145" y="4681015"/>
                <a:ext cx="466327" cy="474908"/>
                <a:chOff x="11893475" y="1994536"/>
                <a:chExt cx="293191" cy="298584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2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210566" cy="294792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5" y="2009126"/>
                  <a:ext cx="113382" cy="283994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70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7429" y="4461296"/>
            <a:ext cx="7373913" cy="11998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答辩人：北小理</a:t>
            </a:r>
            <a:endParaRPr lang="en-US" altLang="zh-CN" dirty="0"/>
          </a:p>
          <a:p>
            <a:pPr lvl="0"/>
            <a:r>
              <a:rPr lang="zh-CN" altLang="en-US" dirty="0"/>
              <a:t>导　师：京小工</a:t>
            </a:r>
            <a:endParaRPr lang="en-US" altLang="zh-CN" dirty="0"/>
          </a:p>
          <a:p>
            <a:pPr lvl="0"/>
            <a:r>
              <a:rPr lang="zh-CN" altLang="en-US" dirty="0"/>
              <a:t>时　间：</a:t>
            </a:r>
            <a:fld id="{F6F1CC6F-731D-497C-9A0B-70CB610DC019}" type="datetime1">
              <a:rPr lang="zh-CN" altLang="en-US" smtClean="0"/>
              <a:t>2019/5/27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64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3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2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43262019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21118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8096136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5937677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95665651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2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10580071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455205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2598B5BD-9CE3-4414-BCF1-860652297EE0}"/>
              </a:ext>
            </a:extLst>
          </p:cNvPr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1EDBCA9-8B80-4A76-9586-83EE76079DF6}"/>
              </a:ext>
            </a:extLst>
          </p:cNvPr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3BDC8EB-D763-47E3-A6AE-FBF19E39A979}"/>
              </a:ext>
            </a:extLst>
          </p:cNvPr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9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50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0EDC3667-87B7-4232-9F74-2F0E9CE7574F}"/>
              </a:ext>
            </a:extLst>
          </p:cNvPr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8AF966-7C79-45DC-9C70-AB081DBECE7D}"/>
              </a:ext>
            </a:extLst>
          </p:cNvPr>
          <p:cNvCxnSpPr>
            <a:cxnSpLocks/>
          </p:cNvCxnSpPr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77765135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>
            <a:extLst>
              <a:ext uri="{FF2B5EF4-FFF2-40B4-BE49-F238E27FC236}">
                <a16:creationId xmlns:a16="http://schemas.microsoft.com/office/drawing/2014/main" id="{17BF7535-8F01-44D8-BF44-00C5CD915389}"/>
              </a:ext>
            </a:extLst>
          </p:cNvPr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" fmla="*/ 0 w 3162300"/>
              <a:gd name="connsiteY0" fmla="*/ 2147409 h 2238849"/>
              <a:gd name="connsiteX1" fmla="*/ 0 w 3162300"/>
              <a:gd name="connsiteY1" fmla="*/ 1565265 h 2238849"/>
              <a:gd name="connsiteX2" fmla="*/ 0 w 3162300"/>
              <a:gd name="connsiteY2" fmla="*/ 1544697 h 2238849"/>
              <a:gd name="connsiteX3" fmla="*/ 0 w 3162300"/>
              <a:gd name="connsiteY3" fmla="*/ 0 h 2238849"/>
              <a:gd name="connsiteX4" fmla="*/ 1585774 w 3162300"/>
              <a:gd name="connsiteY4" fmla="*/ 1112898 h 2238849"/>
              <a:gd name="connsiteX5" fmla="*/ 3162300 w 3162300"/>
              <a:gd name="connsiteY5" fmla="*/ 0 h 2238849"/>
              <a:gd name="connsiteX6" fmla="*/ 3162300 w 3162300"/>
              <a:gd name="connsiteY6" fmla="*/ 1544697 h 2238849"/>
              <a:gd name="connsiteX7" fmla="*/ 3162300 w 3162300"/>
              <a:gd name="connsiteY7" fmla="*/ 1565265 h 2238849"/>
              <a:gd name="connsiteX8" fmla="*/ 3162300 w 3162300"/>
              <a:gd name="connsiteY8" fmla="*/ 2147409 h 2238849"/>
              <a:gd name="connsiteX9" fmla="*/ 91440 w 3162300"/>
              <a:gd name="connsiteY9" fmla="*/ 2238849 h 2238849"/>
              <a:gd name="connsiteX0" fmla="*/ 0 w 3162300"/>
              <a:gd name="connsiteY0" fmla="*/ 2147409 h 2147409"/>
              <a:gd name="connsiteX1" fmla="*/ 0 w 3162300"/>
              <a:gd name="connsiteY1" fmla="*/ 1565265 h 2147409"/>
              <a:gd name="connsiteX2" fmla="*/ 0 w 3162300"/>
              <a:gd name="connsiteY2" fmla="*/ 1544697 h 2147409"/>
              <a:gd name="connsiteX3" fmla="*/ 0 w 3162300"/>
              <a:gd name="connsiteY3" fmla="*/ 0 h 2147409"/>
              <a:gd name="connsiteX4" fmla="*/ 1585774 w 3162300"/>
              <a:gd name="connsiteY4" fmla="*/ 1112898 h 2147409"/>
              <a:gd name="connsiteX5" fmla="*/ 3162300 w 3162300"/>
              <a:gd name="connsiteY5" fmla="*/ 0 h 2147409"/>
              <a:gd name="connsiteX6" fmla="*/ 3162300 w 3162300"/>
              <a:gd name="connsiteY6" fmla="*/ 1544697 h 2147409"/>
              <a:gd name="connsiteX7" fmla="*/ 3162300 w 3162300"/>
              <a:gd name="connsiteY7" fmla="*/ 1565265 h 2147409"/>
              <a:gd name="connsiteX8" fmla="*/ 3162300 w 3162300"/>
              <a:gd name="connsiteY8" fmla="*/ 2147409 h 21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65B2E1B6-E350-4024-A69C-C064D4BB9540}"/>
              </a:ext>
            </a:extLst>
          </p:cNvPr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" fmla="*/ 0 w 3162300"/>
              <a:gd name="connsiteY0" fmla="*/ 1871961 h 1963401"/>
              <a:gd name="connsiteX1" fmla="*/ 0 w 3162300"/>
              <a:gd name="connsiteY1" fmla="*/ 0 h 1963401"/>
              <a:gd name="connsiteX2" fmla="*/ 3162300 w 3162300"/>
              <a:gd name="connsiteY2" fmla="*/ 0 h 1963401"/>
              <a:gd name="connsiteX3" fmla="*/ 3162300 w 3162300"/>
              <a:gd name="connsiteY3" fmla="*/ 1871961 h 1963401"/>
              <a:gd name="connsiteX4" fmla="*/ 91440 w 3162300"/>
              <a:gd name="connsiteY4" fmla="*/ 1963401 h 1963401"/>
              <a:gd name="connsiteX0" fmla="*/ 0 w 3162300"/>
              <a:gd name="connsiteY0" fmla="*/ 1871961 h 1871961"/>
              <a:gd name="connsiteX1" fmla="*/ 0 w 3162300"/>
              <a:gd name="connsiteY1" fmla="*/ 0 h 1871961"/>
              <a:gd name="connsiteX2" fmla="*/ 3162300 w 3162300"/>
              <a:gd name="connsiteY2" fmla="*/ 0 h 1871961"/>
              <a:gd name="connsiteX3" fmla="*/ 3162300 w 3162300"/>
              <a:gd name="connsiteY3" fmla="*/ 1871961 h 187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F3B0B805-869F-4D89-BEB0-0E0DA525C8EE}"/>
              </a:ext>
            </a:extLst>
          </p:cNvPr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86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8" r="23340"/>
          <a:stretch/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78713060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73" r="198"/>
          <a:stretch/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64" name="组合 63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5" name="组合 6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40665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6" name="组合 6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63594172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691959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33883810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71C8F-15BA-41DC-9278-53FA77C2E557}"/>
              </a:ext>
            </a:extLst>
          </p:cNvPr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41" name="组合 40"/>
          <p:cNvGrpSpPr/>
          <p:nvPr userDrawn="1"/>
        </p:nvGrpSpPr>
        <p:grpSpPr>
          <a:xfrm>
            <a:off x="7388034" y="5891503"/>
            <a:ext cx="4041392" cy="497055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42" name="组合 4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5926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3" name="组合 4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56218950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F81FFCCD-913C-4418-B3A0-9DE71494BB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B3C714-2045-4E13-8CB2-88E2204DF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D317F47-628C-44F6-87C6-7CCB3BA56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85700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67B1D1D-6BBC-4ED8-9FCC-DC0FA0BC2B89}"/>
              </a:ext>
            </a:extLst>
          </p:cNvPr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5F45701-0E09-42AA-8D39-D350E0628036}"/>
              </a:ext>
            </a:extLst>
          </p:cNvPr>
          <p:cNvCxnSpPr>
            <a:cxnSpLocks/>
          </p:cNvCxnSpPr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F37F3A85-2261-46EC-A02C-83B9F45476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77D16F-33CA-4E01-9DC4-2CB84AE10E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10" b="12305"/>
          <a:stretch/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66" name="组合 65"/>
          <p:cNvGrpSpPr/>
          <p:nvPr userDrawn="1"/>
        </p:nvGrpSpPr>
        <p:grpSpPr>
          <a:xfrm>
            <a:off x="3040886" y="5672444"/>
            <a:ext cx="6136452" cy="754729"/>
            <a:chOff x="671368" y="6061309"/>
            <a:chExt cx="2479573" cy="304965"/>
          </a:xfrm>
          <a:gradFill>
            <a:gsLst>
              <a:gs pos="0">
                <a:schemeClr val="accent1">
                  <a:lumMod val="5000"/>
                  <a:lumOff val="95000"/>
                  <a:alpha val="4000"/>
                </a:schemeClr>
              </a:gs>
              <a:gs pos="100000">
                <a:schemeClr val="bg1">
                  <a:alpha val="12000"/>
                </a:schemeClr>
              </a:gs>
            </a:gsLst>
            <a:lin ang="16200000" scaled="0"/>
          </a:gradFill>
        </p:grpSpPr>
        <p:grpSp>
          <p:nvGrpSpPr>
            <p:cNvPr id="67" name="组合 6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82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3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9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5" name="组合 84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6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7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68" name="组合 67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80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8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1" name="组合 70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5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2" name="组合 71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73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21888408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>
            <a:extLst>
              <a:ext uri="{FF2B5EF4-FFF2-40B4-BE49-F238E27FC236}">
                <a16:creationId xmlns:a16="http://schemas.microsoft.com/office/drawing/2014/main" id="{094E4669-55C5-874C-A68C-6E431CC09A50}"/>
              </a:ext>
            </a:extLst>
          </p:cNvPr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2274E9-6CD8-164F-A448-48D8BF6118A2}"/>
              </a:ext>
            </a:extLst>
          </p:cNvPr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10272478" y="6396638"/>
            <a:ext cx="1629576" cy="198576"/>
            <a:chOff x="10272478" y="6308389"/>
            <a:chExt cx="1629576" cy="198576"/>
          </a:xfrm>
        </p:grpSpPr>
        <p:grpSp>
          <p:nvGrpSpPr>
            <p:cNvPr id="32" name="组合 31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9886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8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3" name="组合 32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7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7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39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26990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>
            <a:extLst>
              <a:ext uri="{FF2B5EF4-FFF2-40B4-BE49-F238E27FC236}">
                <a16:creationId xmlns:a16="http://schemas.microsoft.com/office/drawing/2014/main" id="{EB508EBB-D4A6-41A3-BA79-D5276F572933}"/>
              </a:ext>
            </a:extLst>
          </p:cNvPr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任意多边形: 形状 44">
            <a:extLst>
              <a:ext uri="{FF2B5EF4-FFF2-40B4-BE49-F238E27FC236}">
                <a16:creationId xmlns:a16="http://schemas.microsoft.com/office/drawing/2014/main" id="{DE2D1209-7AA5-4F95-A441-DACDCD612E99}"/>
              </a:ext>
            </a:extLst>
          </p:cNvPr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任意多边形: 形状 49">
            <a:extLst>
              <a:ext uri="{FF2B5EF4-FFF2-40B4-BE49-F238E27FC236}">
                <a16:creationId xmlns:a16="http://schemas.microsoft.com/office/drawing/2014/main" id="{4BD5183D-F6D1-4DEC-8FB6-46F3C5C8E2AB}"/>
              </a:ext>
            </a:extLst>
          </p:cNvPr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" fmla="*/ 0 w 12208213"/>
              <a:gd name="connsiteY0" fmla="*/ 0 h 1605064"/>
              <a:gd name="connsiteX1" fmla="*/ 6099243 w 12208213"/>
              <a:gd name="connsiteY1" fmla="*/ 1498060 h 1605064"/>
              <a:gd name="connsiteX2" fmla="*/ 12198485 w 12208213"/>
              <a:gd name="connsiteY2" fmla="*/ 19456 h 1605064"/>
              <a:gd name="connsiteX3" fmla="*/ 12208213 w 12208213"/>
              <a:gd name="connsiteY3" fmla="*/ 282103 h 1605064"/>
              <a:gd name="connsiteX4" fmla="*/ 6108970 w 12208213"/>
              <a:gd name="connsiteY4" fmla="*/ 1605064 h 1605064"/>
              <a:gd name="connsiteX5" fmla="*/ 0 w 12208213"/>
              <a:gd name="connsiteY5" fmla="*/ 544749 h 1605064"/>
              <a:gd name="connsiteX6" fmla="*/ 0 w 12208213"/>
              <a:gd name="connsiteY6" fmla="*/ 0 h 1605064"/>
              <a:gd name="connsiteX0" fmla="*/ 0 w 12198485"/>
              <a:gd name="connsiteY0" fmla="*/ 0 h 1605064"/>
              <a:gd name="connsiteX1" fmla="*/ 6099243 w 12198485"/>
              <a:gd name="connsiteY1" fmla="*/ 1498060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0 w 12198485"/>
              <a:gd name="connsiteY0" fmla="*/ 0 h 1605064"/>
              <a:gd name="connsiteX1" fmla="*/ 6108970 w 12198485"/>
              <a:gd name="connsiteY1" fmla="*/ 1507788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632298 w 12830783"/>
              <a:gd name="connsiteY0" fmla="*/ 0 h 1605064"/>
              <a:gd name="connsiteX1" fmla="*/ 6741268 w 12830783"/>
              <a:gd name="connsiteY1" fmla="*/ 1507788 h 1605064"/>
              <a:gd name="connsiteX2" fmla="*/ 12830783 w 12830783"/>
              <a:gd name="connsiteY2" fmla="*/ 19456 h 1605064"/>
              <a:gd name="connsiteX3" fmla="*/ 12830783 w 12830783"/>
              <a:gd name="connsiteY3" fmla="*/ 603115 h 1605064"/>
              <a:gd name="connsiteX4" fmla="*/ 6741268 w 12830783"/>
              <a:gd name="connsiteY4" fmla="*/ 1605064 h 1605064"/>
              <a:gd name="connsiteX5" fmla="*/ 0 w 12830783"/>
              <a:gd name="connsiteY5" fmla="*/ 29183 h 1605064"/>
              <a:gd name="connsiteX6" fmla="*/ 632298 w 12830783"/>
              <a:gd name="connsiteY6" fmla="*/ 0 h 1605064"/>
              <a:gd name="connsiteX0" fmla="*/ 836579 w 12830783"/>
              <a:gd name="connsiteY0" fmla="*/ 0 h 1634247"/>
              <a:gd name="connsiteX1" fmla="*/ 6741268 w 12830783"/>
              <a:gd name="connsiteY1" fmla="*/ 1536971 h 1634247"/>
              <a:gd name="connsiteX2" fmla="*/ 12830783 w 12830783"/>
              <a:gd name="connsiteY2" fmla="*/ 48639 h 1634247"/>
              <a:gd name="connsiteX3" fmla="*/ 12830783 w 12830783"/>
              <a:gd name="connsiteY3" fmla="*/ 632298 h 1634247"/>
              <a:gd name="connsiteX4" fmla="*/ 6741268 w 12830783"/>
              <a:gd name="connsiteY4" fmla="*/ 1634247 h 1634247"/>
              <a:gd name="connsiteX5" fmla="*/ 0 w 12830783"/>
              <a:gd name="connsiteY5" fmla="*/ 58366 h 1634247"/>
              <a:gd name="connsiteX6" fmla="*/ 836579 w 12830783"/>
              <a:gd name="connsiteY6" fmla="*/ 0 h 1634247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830783 w 12830783"/>
              <a:gd name="connsiteY2" fmla="*/ 48639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470860 w 12830783"/>
              <a:gd name="connsiteY2" fmla="*/ 19456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3239345"/>
              <a:gd name="connsiteY0" fmla="*/ 0 h 1702340"/>
              <a:gd name="connsiteX1" fmla="*/ 6741268 w 13239345"/>
              <a:gd name="connsiteY1" fmla="*/ 1536971 h 1702340"/>
              <a:gd name="connsiteX2" fmla="*/ 12470860 w 13239345"/>
              <a:gd name="connsiteY2" fmla="*/ 19456 h 1702340"/>
              <a:gd name="connsiteX3" fmla="*/ 13239345 w 13239345"/>
              <a:gd name="connsiteY3" fmla="*/ 107004 h 1702340"/>
              <a:gd name="connsiteX4" fmla="*/ 6750996 w 13239345"/>
              <a:gd name="connsiteY4" fmla="*/ 1702340 h 1702340"/>
              <a:gd name="connsiteX5" fmla="*/ 0 w 13239345"/>
              <a:gd name="connsiteY5" fmla="*/ 58366 h 1702340"/>
              <a:gd name="connsiteX6" fmla="*/ 836579 w 13239345"/>
              <a:gd name="connsiteY6" fmla="*/ 0 h 1702340"/>
              <a:gd name="connsiteX0" fmla="*/ 836579 w 13239345"/>
              <a:gd name="connsiteY0" fmla="*/ 107003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836579 w 13239345"/>
              <a:gd name="connsiteY6" fmla="*/ 107003 h 1809343"/>
              <a:gd name="connsiteX0" fmla="*/ 1342417 w 13239345"/>
              <a:gd name="connsiteY0" fmla="*/ 29182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342417 w 13239345"/>
              <a:gd name="connsiteY6" fmla="*/ 29182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2651516"/>
              <a:gd name="connsiteY0" fmla="*/ 607 h 1809343"/>
              <a:gd name="connsiteX1" fmla="*/ 6741268 w 12651516"/>
              <a:gd name="connsiteY1" fmla="*/ 1643974 h 1809343"/>
              <a:gd name="connsiteX2" fmla="*/ 12169303 w 12651516"/>
              <a:gd name="connsiteY2" fmla="*/ 0 h 1809343"/>
              <a:gd name="connsiteX3" fmla="*/ 12651516 w 12651516"/>
              <a:gd name="connsiteY3" fmla="*/ 83379 h 1809343"/>
              <a:gd name="connsiteX4" fmla="*/ 6750996 w 12651516"/>
              <a:gd name="connsiteY4" fmla="*/ 1809343 h 1809343"/>
              <a:gd name="connsiteX5" fmla="*/ 0 w 12651516"/>
              <a:gd name="connsiteY5" fmla="*/ 165369 h 1809343"/>
              <a:gd name="connsiteX6" fmla="*/ 1294792 w 12651516"/>
              <a:gd name="connsiteY6" fmla="*/ 607 h 1809343"/>
              <a:gd name="connsiteX0" fmla="*/ 1294792 w 12564431"/>
              <a:gd name="connsiteY0" fmla="*/ 607 h 1809343"/>
              <a:gd name="connsiteX1" fmla="*/ 6741268 w 12564431"/>
              <a:gd name="connsiteY1" fmla="*/ 1643974 h 1809343"/>
              <a:gd name="connsiteX2" fmla="*/ 12169303 w 12564431"/>
              <a:gd name="connsiteY2" fmla="*/ 0 h 1809343"/>
              <a:gd name="connsiteX3" fmla="*/ 12564431 w 12564431"/>
              <a:gd name="connsiteY3" fmla="*/ 83379 h 1809343"/>
              <a:gd name="connsiteX4" fmla="*/ 6750996 w 12564431"/>
              <a:gd name="connsiteY4" fmla="*/ 1809343 h 1809343"/>
              <a:gd name="connsiteX5" fmla="*/ 0 w 12564431"/>
              <a:gd name="connsiteY5" fmla="*/ 165369 h 1809343"/>
              <a:gd name="connsiteX6" fmla="*/ 1294792 w 12564431"/>
              <a:gd name="connsiteY6" fmla="*/ 607 h 1809343"/>
              <a:gd name="connsiteX0" fmla="*/ 423935 w 11693574"/>
              <a:gd name="connsiteY0" fmla="*/ 607 h 1809343"/>
              <a:gd name="connsiteX1" fmla="*/ 5870411 w 11693574"/>
              <a:gd name="connsiteY1" fmla="*/ 1643974 h 1809343"/>
              <a:gd name="connsiteX2" fmla="*/ 11298446 w 11693574"/>
              <a:gd name="connsiteY2" fmla="*/ 0 h 1809343"/>
              <a:gd name="connsiteX3" fmla="*/ 11693574 w 11693574"/>
              <a:gd name="connsiteY3" fmla="*/ 83379 h 1809343"/>
              <a:gd name="connsiteX4" fmla="*/ 5880139 w 11693574"/>
              <a:gd name="connsiteY4" fmla="*/ 1809343 h 1809343"/>
              <a:gd name="connsiteX5" fmla="*/ 0 w 11693574"/>
              <a:gd name="connsiteY5" fmla="*/ 45626 h 1809343"/>
              <a:gd name="connsiteX6" fmla="*/ 423935 w 11693574"/>
              <a:gd name="connsiteY6" fmla="*/ 607 h 1809343"/>
              <a:gd name="connsiteX0" fmla="*/ 423935 w 11693574"/>
              <a:gd name="connsiteY0" fmla="*/ 607 h 1733143"/>
              <a:gd name="connsiteX1" fmla="*/ 5870411 w 11693574"/>
              <a:gd name="connsiteY1" fmla="*/ 1643974 h 1733143"/>
              <a:gd name="connsiteX2" fmla="*/ 11298446 w 11693574"/>
              <a:gd name="connsiteY2" fmla="*/ 0 h 1733143"/>
              <a:gd name="connsiteX3" fmla="*/ 11693574 w 11693574"/>
              <a:gd name="connsiteY3" fmla="*/ 83379 h 1733143"/>
              <a:gd name="connsiteX4" fmla="*/ 5880139 w 11693574"/>
              <a:gd name="connsiteY4" fmla="*/ 1733143 h 1733143"/>
              <a:gd name="connsiteX5" fmla="*/ 0 w 11693574"/>
              <a:gd name="connsiteY5" fmla="*/ 45626 h 1733143"/>
              <a:gd name="connsiteX6" fmla="*/ 423935 w 11693574"/>
              <a:gd name="connsiteY6" fmla="*/ 607 h 1733143"/>
              <a:gd name="connsiteX0" fmla="*/ 423935 w 11709902"/>
              <a:gd name="connsiteY0" fmla="*/ 607 h 1733143"/>
              <a:gd name="connsiteX1" fmla="*/ 5870411 w 11709902"/>
              <a:gd name="connsiteY1" fmla="*/ 1643974 h 1733143"/>
              <a:gd name="connsiteX2" fmla="*/ 11298446 w 11709902"/>
              <a:gd name="connsiteY2" fmla="*/ 0 h 1733143"/>
              <a:gd name="connsiteX3" fmla="*/ 11709902 w 11709902"/>
              <a:gd name="connsiteY3" fmla="*/ 83379 h 1733143"/>
              <a:gd name="connsiteX4" fmla="*/ 5880139 w 11709902"/>
              <a:gd name="connsiteY4" fmla="*/ 1733143 h 1733143"/>
              <a:gd name="connsiteX5" fmla="*/ 0 w 11709902"/>
              <a:gd name="connsiteY5" fmla="*/ 45626 h 1733143"/>
              <a:gd name="connsiteX6" fmla="*/ 423935 w 11709902"/>
              <a:gd name="connsiteY6" fmla="*/ 607 h 1733143"/>
              <a:gd name="connsiteX0" fmla="*/ 423935 w 11571109"/>
              <a:gd name="connsiteY0" fmla="*/ 607 h 1733143"/>
              <a:gd name="connsiteX1" fmla="*/ 5870411 w 11571109"/>
              <a:gd name="connsiteY1" fmla="*/ 1643974 h 1733143"/>
              <a:gd name="connsiteX2" fmla="*/ 11298446 w 11571109"/>
              <a:gd name="connsiteY2" fmla="*/ 0 h 1733143"/>
              <a:gd name="connsiteX3" fmla="*/ 11571109 w 11571109"/>
              <a:gd name="connsiteY3" fmla="*/ 116036 h 1733143"/>
              <a:gd name="connsiteX4" fmla="*/ 5880139 w 11571109"/>
              <a:gd name="connsiteY4" fmla="*/ 1733143 h 1733143"/>
              <a:gd name="connsiteX5" fmla="*/ 0 w 11571109"/>
              <a:gd name="connsiteY5" fmla="*/ 45626 h 1733143"/>
              <a:gd name="connsiteX6" fmla="*/ 423935 w 11571109"/>
              <a:gd name="connsiteY6" fmla="*/ 607 h 1733143"/>
              <a:gd name="connsiteX0" fmla="*/ 423935 w 11579274"/>
              <a:gd name="connsiteY0" fmla="*/ 607 h 1733143"/>
              <a:gd name="connsiteX1" fmla="*/ 5870411 w 11579274"/>
              <a:gd name="connsiteY1" fmla="*/ 1643974 h 1733143"/>
              <a:gd name="connsiteX2" fmla="*/ 11298446 w 11579274"/>
              <a:gd name="connsiteY2" fmla="*/ 0 h 1733143"/>
              <a:gd name="connsiteX3" fmla="*/ 11579274 w 11579274"/>
              <a:gd name="connsiteY3" fmla="*/ 116036 h 1733143"/>
              <a:gd name="connsiteX4" fmla="*/ 5880139 w 11579274"/>
              <a:gd name="connsiteY4" fmla="*/ 1733143 h 1733143"/>
              <a:gd name="connsiteX5" fmla="*/ 0 w 11579274"/>
              <a:gd name="connsiteY5" fmla="*/ 45626 h 1733143"/>
              <a:gd name="connsiteX6" fmla="*/ 423935 w 11579274"/>
              <a:gd name="connsiteY6" fmla="*/ 607 h 1733143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33132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24968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219828 w 11375167"/>
              <a:gd name="connsiteY0" fmla="*/ 0 h 1732536"/>
              <a:gd name="connsiteX1" fmla="*/ 5666304 w 11375167"/>
              <a:gd name="connsiteY1" fmla="*/ 1643367 h 1732536"/>
              <a:gd name="connsiteX2" fmla="*/ 11020861 w 11375167"/>
              <a:gd name="connsiteY2" fmla="*/ 48379 h 1732536"/>
              <a:gd name="connsiteX3" fmla="*/ 11375167 w 11375167"/>
              <a:gd name="connsiteY3" fmla="*/ 115429 h 1732536"/>
              <a:gd name="connsiteX4" fmla="*/ 5676032 w 11375167"/>
              <a:gd name="connsiteY4" fmla="*/ 1732536 h 1732536"/>
              <a:gd name="connsiteX5" fmla="*/ 0 w 11375167"/>
              <a:gd name="connsiteY5" fmla="*/ 77676 h 1732536"/>
              <a:gd name="connsiteX6" fmla="*/ 219828 w 11375167"/>
              <a:gd name="connsiteY6" fmla="*/ 0 h 1732536"/>
              <a:gd name="connsiteX0" fmla="*/ 293307 w 11375167"/>
              <a:gd name="connsiteY0" fmla="*/ 0 h 1708044"/>
              <a:gd name="connsiteX1" fmla="*/ 5666304 w 11375167"/>
              <a:gd name="connsiteY1" fmla="*/ 1618875 h 1708044"/>
              <a:gd name="connsiteX2" fmla="*/ 11020861 w 11375167"/>
              <a:gd name="connsiteY2" fmla="*/ 23887 h 1708044"/>
              <a:gd name="connsiteX3" fmla="*/ 11375167 w 11375167"/>
              <a:gd name="connsiteY3" fmla="*/ 90937 h 1708044"/>
              <a:gd name="connsiteX4" fmla="*/ 5676032 w 11375167"/>
              <a:gd name="connsiteY4" fmla="*/ 1708044 h 1708044"/>
              <a:gd name="connsiteX5" fmla="*/ 0 w 11375167"/>
              <a:gd name="connsiteY5" fmla="*/ 53184 h 1708044"/>
              <a:gd name="connsiteX6" fmla="*/ 293307 w 11375167"/>
              <a:gd name="connsiteY6" fmla="*/ 0 h 1708044"/>
              <a:gd name="connsiteX0" fmla="*/ 317800 w 11375167"/>
              <a:gd name="connsiteY0" fmla="*/ 606 h 1684157"/>
              <a:gd name="connsiteX1" fmla="*/ 5666304 w 11375167"/>
              <a:gd name="connsiteY1" fmla="*/ 1594988 h 1684157"/>
              <a:gd name="connsiteX2" fmla="*/ 11020861 w 11375167"/>
              <a:gd name="connsiteY2" fmla="*/ 0 h 1684157"/>
              <a:gd name="connsiteX3" fmla="*/ 11375167 w 11375167"/>
              <a:gd name="connsiteY3" fmla="*/ 67050 h 1684157"/>
              <a:gd name="connsiteX4" fmla="*/ 5676032 w 11375167"/>
              <a:gd name="connsiteY4" fmla="*/ 1684157 h 1684157"/>
              <a:gd name="connsiteX5" fmla="*/ 0 w 11375167"/>
              <a:gd name="connsiteY5" fmla="*/ 29297 h 1684157"/>
              <a:gd name="connsiteX6" fmla="*/ 317800 w 11375167"/>
              <a:gd name="connsiteY6" fmla="*/ 606 h 1684157"/>
              <a:gd name="connsiteX0" fmla="*/ 285142 w 11342509"/>
              <a:gd name="connsiteY0" fmla="*/ 606 h 1684157"/>
              <a:gd name="connsiteX1" fmla="*/ 5633646 w 11342509"/>
              <a:gd name="connsiteY1" fmla="*/ 1594988 h 1684157"/>
              <a:gd name="connsiteX2" fmla="*/ 10988203 w 11342509"/>
              <a:gd name="connsiteY2" fmla="*/ 0 h 1684157"/>
              <a:gd name="connsiteX3" fmla="*/ 11342509 w 11342509"/>
              <a:gd name="connsiteY3" fmla="*/ 67050 h 1684157"/>
              <a:gd name="connsiteX4" fmla="*/ 5643374 w 11342509"/>
              <a:gd name="connsiteY4" fmla="*/ 1684157 h 1684157"/>
              <a:gd name="connsiteX5" fmla="*/ 0 w 11342509"/>
              <a:gd name="connsiteY5" fmla="*/ 29297 h 1684157"/>
              <a:gd name="connsiteX6" fmla="*/ 285142 w 11342509"/>
              <a:gd name="connsiteY6" fmla="*/ 606 h 1684157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0988203 w 11342509"/>
              <a:gd name="connsiteY2" fmla="*/ 755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47837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4380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93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>
            <a:extLst>
              <a:ext uri="{FF2B5EF4-FFF2-40B4-BE49-F238E27FC236}">
                <a16:creationId xmlns:a16="http://schemas.microsoft.com/office/drawing/2014/main" id="{EB508EBB-D4A6-41A3-BA79-D5276F572933}"/>
              </a:ext>
            </a:extLst>
          </p:cNvPr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任意多边形: 形状 44">
            <a:extLst>
              <a:ext uri="{FF2B5EF4-FFF2-40B4-BE49-F238E27FC236}">
                <a16:creationId xmlns:a16="http://schemas.microsoft.com/office/drawing/2014/main" id="{DE2D1209-7AA5-4F95-A441-DACDCD612E99}"/>
              </a:ext>
            </a:extLst>
          </p:cNvPr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任意多边形: 形状 49">
            <a:extLst>
              <a:ext uri="{FF2B5EF4-FFF2-40B4-BE49-F238E27FC236}">
                <a16:creationId xmlns:a16="http://schemas.microsoft.com/office/drawing/2014/main" id="{4BD5183D-F6D1-4DEC-8FB6-46F3C5C8E2AB}"/>
              </a:ext>
            </a:extLst>
          </p:cNvPr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" fmla="*/ 0 w 12208213"/>
              <a:gd name="connsiteY0" fmla="*/ 0 h 1605064"/>
              <a:gd name="connsiteX1" fmla="*/ 6099243 w 12208213"/>
              <a:gd name="connsiteY1" fmla="*/ 1498060 h 1605064"/>
              <a:gd name="connsiteX2" fmla="*/ 12198485 w 12208213"/>
              <a:gd name="connsiteY2" fmla="*/ 19456 h 1605064"/>
              <a:gd name="connsiteX3" fmla="*/ 12208213 w 12208213"/>
              <a:gd name="connsiteY3" fmla="*/ 282103 h 1605064"/>
              <a:gd name="connsiteX4" fmla="*/ 6108970 w 12208213"/>
              <a:gd name="connsiteY4" fmla="*/ 1605064 h 1605064"/>
              <a:gd name="connsiteX5" fmla="*/ 0 w 12208213"/>
              <a:gd name="connsiteY5" fmla="*/ 544749 h 1605064"/>
              <a:gd name="connsiteX6" fmla="*/ 0 w 12208213"/>
              <a:gd name="connsiteY6" fmla="*/ 0 h 1605064"/>
              <a:gd name="connsiteX0" fmla="*/ 0 w 12198485"/>
              <a:gd name="connsiteY0" fmla="*/ 0 h 1605064"/>
              <a:gd name="connsiteX1" fmla="*/ 6099243 w 12198485"/>
              <a:gd name="connsiteY1" fmla="*/ 1498060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0 w 12198485"/>
              <a:gd name="connsiteY0" fmla="*/ 0 h 1605064"/>
              <a:gd name="connsiteX1" fmla="*/ 6108970 w 12198485"/>
              <a:gd name="connsiteY1" fmla="*/ 1507788 h 1605064"/>
              <a:gd name="connsiteX2" fmla="*/ 12198485 w 12198485"/>
              <a:gd name="connsiteY2" fmla="*/ 19456 h 1605064"/>
              <a:gd name="connsiteX3" fmla="*/ 12198485 w 12198485"/>
              <a:gd name="connsiteY3" fmla="*/ 603115 h 1605064"/>
              <a:gd name="connsiteX4" fmla="*/ 6108970 w 12198485"/>
              <a:gd name="connsiteY4" fmla="*/ 1605064 h 1605064"/>
              <a:gd name="connsiteX5" fmla="*/ 0 w 12198485"/>
              <a:gd name="connsiteY5" fmla="*/ 544749 h 1605064"/>
              <a:gd name="connsiteX6" fmla="*/ 0 w 12198485"/>
              <a:gd name="connsiteY6" fmla="*/ 0 h 1605064"/>
              <a:gd name="connsiteX0" fmla="*/ 632298 w 12830783"/>
              <a:gd name="connsiteY0" fmla="*/ 0 h 1605064"/>
              <a:gd name="connsiteX1" fmla="*/ 6741268 w 12830783"/>
              <a:gd name="connsiteY1" fmla="*/ 1507788 h 1605064"/>
              <a:gd name="connsiteX2" fmla="*/ 12830783 w 12830783"/>
              <a:gd name="connsiteY2" fmla="*/ 19456 h 1605064"/>
              <a:gd name="connsiteX3" fmla="*/ 12830783 w 12830783"/>
              <a:gd name="connsiteY3" fmla="*/ 603115 h 1605064"/>
              <a:gd name="connsiteX4" fmla="*/ 6741268 w 12830783"/>
              <a:gd name="connsiteY4" fmla="*/ 1605064 h 1605064"/>
              <a:gd name="connsiteX5" fmla="*/ 0 w 12830783"/>
              <a:gd name="connsiteY5" fmla="*/ 29183 h 1605064"/>
              <a:gd name="connsiteX6" fmla="*/ 632298 w 12830783"/>
              <a:gd name="connsiteY6" fmla="*/ 0 h 1605064"/>
              <a:gd name="connsiteX0" fmla="*/ 836579 w 12830783"/>
              <a:gd name="connsiteY0" fmla="*/ 0 h 1634247"/>
              <a:gd name="connsiteX1" fmla="*/ 6741268 w 12830783"/>
              <a:gd name="connsiteY1" fmla="*/ 1536971 h 1634247"/>
              <a:gd name="connsiteX2" fmla="*/ 12830783 w 12830783"/>
              <a:gd name="connsiteY2" fmla="*/ 48639 h 1634247"/>
              <a:gd name="connsiteX3" fmla="*/ 12830783 w 12830783"/>
              <a:gd name="connsiteY3" fmla="*/ 632298 h 1634247"/>
              <a:gd name="connsiteX4" fmla="*/ 6741268 w 12830783"/>
              <a:gd name="connsiteY4" fmla="*/ 1634247 h 1634247"/>
              <a:gd name="connsiteX5" fmla="*/ 0 w 12830783"/>
              <a:gd name="connsiteY5" fmla="*/ 58366 h 1634247"/>
              <a:gd name="connsiteX6" fmla="*/ 836579 w 12830783"/>
              <a:gd name="connsiteY6" fmla="*/ 0 h 1634247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830783 w 12830783"/>
              <a:gd name="connsiteY2" fmla="*/ 48639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2830783"/>
              <a:gd name="connsiteY0" fmla="*/ 0 h 1702340"/>
              <a:gd name="connsiteX1" fmla="*/ 6741268 w 12830783"/>
              <a:gd name="connsiteY1" fmla="*/ 1536971 h 1702340"/>
              <a:gd name="connsiteX2" fmla="*/ 12470860 w 12830783"/>
              <a:gd name="connsiteY2" fmla="*/ 19456 h 1702340"/>
              <a:gd name="connsiteX3" fmla="*/ 12830783 w 12830783"/>
              <a:gd name="connsiteY3" fmla="*/ 632298 h 1702340"/>
              <a:gd name="connsiteX4" fmla="*/ 6750996 w 12830783"/>
              <a:gd name="connsiteY4" fmla="*/ 1702340 h 1702340"/>
              <a:gd name="connsiteX5" fmla="*/ 0 w 12830783"/>
              <a:gd name="connsiteY5" fmla="*/ 58366 h 1702340"/>
              <a:gd name="connsiteX6" fmla="*/ 836579 w 12830783"/>
              <a:gd name="connsiteY6" fmla="*/ 0 h 1702340"/>
              <a:gd name="connsiteX0" fmla="*/ 836579 w 13239345"/>
              <a:gd name="connsiteY0" fmla="*/ 0 h 1702340"/>
              <a:gd name="connsiteX1" fmla="*/ 6741268 w 13239345"/>
              <a:gd name="connsiteY1" fmla="*/ 1536971 h 1702340"/>
              <a:gd name="connsiteX2" fmla="*/ 12470860 w 13239345"/>
              <a:gd name="connsiteY2" fmla="*/ 19456 h 1702340"/>
              <a:gd name="connsiteX3" fmla="*/ 13239345 w 13239345"/>
              <a:gd name="connsiteY3" fmla="*/ 107004 h 1702340"/>
              <a:gd name="connsiteX4" fmla="*/ 6750996 w 13239345"/>
              <a:gd name="connsiteY4" fmla="*/ 1702340 h 1702340"/>
              <a:gd name="connsiteX5" fmla="*/ 0 w 13239345"/>
              <a:gd name="connsiteY5" fmla="*/ 58366 h 1702340"/>
              <a:gd name="connsiteX6" fmla="*/ 836579 w 13239345"/>
              <a:gd name="connsiteY6" fmla="*/ 0 h 1702340"/>
              <a:gd name="connsiteX0" fmla="*/ 836579 w 13239345"/>
              <a:gd name="connsiteY0" fmla="*/ 107003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836579 w 13239345"/>
              <a:gd name="connsiteY6" fmla="*/ 107003 h 1809343"/>
              <a:gd name="connsiteX0" fmla="*/ 1342417 w 13239345"/>
              <a:gd name="connsiteY0" fmla="*/ 29182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342417 w 13239345"/>
              <a:gd name="connsiteY6" fmla="*/ 29182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3239345"/>
              <a:gd name="connsiteY0" fmla="*/ 607 h 1809343"/>
              <a:gd name="connsiteX1" fmla="*/ 6741268 w 13239345"/>
              <a:gd name="connsiteY1" fmla="*/ 1643974 h 1809343"/>
              <a:gd name="connsiteX2" fmla="*/ 12169303 w 13239345"/>
              <a:gd name="connsiteY2" fmla="*/ 0 h 1809343"/>
              <a:gd name="connsiteX3" fmla="*/ 13239345 w 13239345"/>
              <a:gd name="connsiteY3" fmla="*/ 214007 h 1809343"/>
              <a:gd name="connsiteX4" fmla="*/ 6750996 w 13239345"/>
              <a:gd name="connsiteY4" fmla="*/ 1809343 h 1809343"/>
              <a:gd name="connsiteX5" fmla="*/ 0 w 13239345"/>
              <a:gd name="connsiteY5" fmla="*/ 165369 h 1809343"/>
              <a:gd name="connsiteX6" fmla="*/ 1294792 w 13239345"/>
              <a:gd name="connsiteY6" fmla="*/ 607 h 1809343"/>
              <a:gd name="connsiteX0" fmla="*/ 1294792 w 12651516"/>
              <a:gd name="connsiteY0" fmla="*/ 607 h 1809343"/>
              <a:gd name="connsiteX1" fmla="*/ 6741268 w 12651516"/>
              <a:gd name="connsiteY1" fmla="*/ 1643974 h 1809343"/>
              <a:gd name="connsiteX2" fmla="*/ 12169303 w 12651516"/>
              <a:gd name="connsiteY2" fmla="*/ 0 h 1809343"/>
              <a:gd name="connsiteX3" fmla="*/ 12651516 w 12651516"/>
              <a:gd name="connsiteY3" fmla="*/ 83379 h 1809343"/>
              <a:gd name="connsiteX4" fmla="*/ 6750996 w 12651516"/>
              <a:gd name="connsiteY4" fmla="*/ 1809343 h 1809343"/>
              <a:gd name="connsiteX5" fmla="*/ 0 w 12651516"/>
              <a:gd name="connsiteY5" fmla="*/ 165369 h 1809343"/>
              <a:gd name="connsiteX6" fmla="*/ 1294792 w 12651516"/>
              <a:gd name="connsiteY6" fmla="*/ 607 h 1809343"/>
              <a:gd name="connsiteX0" fmla="*/ 1294792 w 12564431"/>
              <a:gd name="connsiteY0" fmla="*/ 607 h 1809343"/>
              <a:gd name="connsiteX1" fmla="*/ 6741268 w 12564431"/>
              <a:gd name="connsiteY1" fmla="*/ 1643974 h 1809343"/>
              <a:gd name="connsiteX2" fmla="*/ 12169303 w 12564431"/>
              <a:gd name="connsiteY2" fmla="*/ 0 h 1809343"/>
              <a:gd name="connsiteX3" fmla="*/ 12564431 w 12564431"/>
              <a:gd name="connsiteY3" fmla="*/ 83379 h 1809343"/>
              <a:gd name="connsiteX4" fmla="*/ 6750996 w 12564431"/>
              <a:gd name="connsiteY4" fmla="*/ 1809343 h 1809343"/>
              <a:gd name="connsiteX5" fmla="*/ 0 w 12564431"/>
              <a:gd name="connsiteY5" fmla="*/ 165369 h 1809343"/>
              <a:gd name="connsiteX6" fmla="*/ 1294792 w 12564431"/>
              <a:gd name="connsiteY6" fmla="*/ 607 h 1809343"/>
              <a:gd name="connsiteX0" fmla="*/ 423935 w 11693574"/>
              <a:gd name="connsiteY0" fmla="*/ 607 h 1809343"/>
              <a:gd name="connsiteX1" fmla="*/ 5870411 w 11693574"/>
              <a:gd name="connsiteY1" fmla="*/ 1643974 h 1809343"/>
              <a:gd name="connsiteX2" fmla="*/ 11298446 w 11693574"/>
              <a:gd name="connsiteY2" fmla="*/ 0 h 1809343"/>
              <a:gd name="connsiteX3" fmla="*/ 11693574 w 11693574"/>
              <a:gd name="connsiteY3" fmla="*/ 83379 h 1809343"/>
              <a:gd name="connsiteX4" fmla="*/ 5880139 w 11693574"/>
              <a:gd name="connsiteY4" fmla="*/ 1809343 h 1809343"/>
              <a:gd name="connsiteX5" fmla="*/ 0 w 11693574"/>
              <a:gd name="connsiteY5" fmla="*/ 45626 h 1809343"/>
              <a:gd name="connsiteX6" fmla="*/ 423935 w 11693574"/>
              <a:gd name="connsiteY6" fmla="*/ 607 h 1809343"/>
              <a:gd name="connsiteX0" fmla="*/ 423935 w 11693574"/>
              <a:gd name="connsiteY0" fmla="*/ 607 h 1733143"/>
              <a:gd name="connsiteX1" fmla="*/ 5870411 w 11693574"/>
              <a:gd name="connsiteY1" fmla="*/ 1643974 h 1733143"/>
              <a:gd name="connsiteX2" fmla="*/ 11298446 w 11693574"/>
              <a:gd name="connsiteY2" fmla="*/ 0 h 1733143"/>
              <a:gd name="connsiteX3" fmla="*/ 11693574 w 11693574"/>
              <a:gd name="connsiteY3" fmla="*/ 83379 h 1733143"/>
              <a:gd name="connsiteX4" fmla="*/ 5880139 w 11693574"/>
              <a:gd name="connsiteY4" fmla="*/ 1733143 h 1733143"/>
              <a:gd name="connsiteX5" fmla="*/ 0 w 11693574"/>
              <a:gd name="connsiteY5" fmla="*/ 45626 h 1733143"/>
              <a:gd name="connsiteX6" fmla="*/ 423935 w 11693574"/>
              <a:gd name="connsiteY6" fmla="*/ 607 h 1733143"/>
              <a:gd name="connsiteX0" fmla="*/ 423935 w 11709902"/>
              <a:gd name="connsiteY0" fmla="*/ 607 h 1733143"/>
              <a:gd name="connsiteX1" fmla="*/ 5870411 w 11709902"/>
              <a:gd name="connsiteY1" fmla="*/ 1643974 h 1733143"/>
              <a:gd name="connsiteX2" fmla="*/ 11298446 w 11709902"/>
              <a:gd name="connsiteY2" fmla="*/ 0 h 1733143"/>
              <a:gd name="connsiteX3" fmla="*/ 11709902 w 11709902"/>
              <a:gd name="connsiteY3" fmla="*/ 83379 h 1733143"/>
              <a:gd name="connsiteX4" fmla="*/ 5880139 w 11709902"/>
              <a:gd name="connsiteY4" fmla="*/ 1733143 h 1733143"/>
              <a:gd name="connsiteX5" fmla="*/ 0 w 11709902"/>
              <a:gd name="connsiteY5" fmla="*/ 45626 h 1733143"/>
              <a:gd name="connsiteX6" fmla="*/ 423935 w 11709902"/>
              <a:gd name="connsiteY6" fmla="*/ 607 h 1733143"/>
              <a:gd name="connsiteX0" fmla="*/ 423935 w 11571109"/>
              <a:gd name="connsiteY0" fmla="*/ 607 h 1733143"/>
              <a:gd name="connsiteX1" fmla="*/ 5870411 w 11571109"/>
              <a:gd name="connsiteY1" fmla="*/ 1643974 h 1733143"/>
              <a:gd name="connsiteX2" fmla="*/ 11298446 w 11571109"/>
              <a:gd name="connsiteY2" fmla="*/ 0 h 1733143"/>
              <a:gd name="connsiteX3" fmla="*/ 11571109 w 11571109"/>
              <a:gd name="connsiteY3" fmla="*/ 116036 h 1733143"/>
              <a:gd name="connsiteX4" fmla="*/ 5880139 w 11571109"/>
              <a:gd name="connsiteY4" fmla="*/ 1733143 h 1733143"/>
              <a:gd name="connsiteX5" fmla="*/ 0 w 11571109"/>
              <a:gd name="connsiteY5" fmla="*/ 45626 h 1733143"/>
              <a:gd name="connsiteX6" fmla="*/ 423935 w 11571109"/>
              <a:gd name="connsiteY6" fmla="*/ 607 h 1733143"/>
              <a:gd name="connsiteX0" fmla="*/ 423935 w 11579274"/>
              <a:gd name="connsiteY0" fmla="*/ 607 h 1733143"/>
              <a:gd name="connsiteX1" fmla="*/ 5870411 w 11579274"/>
              <a:gd name="connsiteY1" fmla="*/ 1643974 h 1733143"/>
              <a:gd name="connsiteX2" fmla="*/ 11298446 w 11579274"/>
              <a:gd name="connsiteY2" fmla="*/ 0 h 1733143"/>
              <a:gd name="connsiteX3" fmla="*/ 11579274 w 11579274"/>
              <a:gd name="connsiteY3" fmla="*/ 116036 h 1733143"/>
              <a:gd name="connsiteX4" fmla="*/ 5880139 w 11579274"/>
              <a:gd name="connsiteY4" fmla="*/ 1733143 h 1733143"/>
              <a:gd name="connsiteX5" fmla="*/ 0 w 11579274"/>
              <a:gd name="connsiteY5" fmla="*/ 45626 h 1733143"/>
              <a:gd name="connsiteX6" fmla="*/ 423935 w 11579274"/>
              <a:gd name="connsiteY6" fmla="*/ 607 h 1733143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33132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41297 w 11579274"/>
              <a:gd name="connsiteY2" fmla="*/ 32050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423935 w 11579274"/>
              <a:gd name="connsiteY0" fmla="*/ 0 h 1732536"/>
              <a:gd name="connsiteX1" fmla="*/ 5870411 w 11579274"/>
              <a:gd name="connsiteY1" fmla="*/ 1643367 h 1732536"/>
              <a:gd name="connsiteX2" fmla="*/ 11224968 w 11579274"/>
              <a:gd name="connsiteY2" fmla="*/ 48379 h 1732536"/>
              <a:gd name="connsiteX3" fmla="*/ 11579274 w 11579274"/>
              <a:gd name="connsiteY3" fmla="*/ 115429 h 1732536"/>
              <a:gd name="connsiteX4" fmla="*/ 5880139 w 11579274"/>
              <a:gd name="connsiteY4" fmla="*/ 1732536 h 1732536"/>
              <a:gd name="connsiteX5" fmla="*/ 0 w 11579274"/>
              <a:gd name="connsiteY5" fmla="*/ 45019 h 1732536"/>
              <a:gd name="connsiteX6" fmla="*/ 423935 w 11579274"/>
              <a:gd name="connsiteY6" fmla="*/ 0 h 1732536"/>
              <a:gd name="connsiteX0" fmla="*/ 219828 w 11375167"/>
              <a:gd name="connsiteY0" fmla="*/ 0 h 1732536"/>
              <a:gd name="connsiteX1" fmla="*/ 5666304 w 11375167"/>
              <a:gd name="connsiteY1" fmla="*/ 1643367 h 1732536"/>
              <a:gd name="connsiteX2" fmla="*/ 11020861 w 11375167"/>
              <a:gd name="connsiteY2" fmla="*/ 48379 h 1732536"/>
              <a:gd name="connsiteX3" fmla="*/ 11375167 w 11375167"/>
              <a:gd name="connsiteY3" fmla="*/ 115429 h 1732536"/>
              <a:gd name="connsiteX4" fmla="*/ 5676032 w 11375167"/>
              <a:gd name="connsiteY4" fmla="*/ 1732536 h 1732536"/>
              <a:gd name="connsiteX5" fmla="*/ 0 w 11375167"/>
              <a:gd name="connsiteY5" fmla="*/ 77676 h 1732536"/>
              <a:gd name="connsiteX6" fmla="*/ 219828 w 11375167"/>
              <a:gd name="connsiteY6" fmla="*/ 0 h 1732536"/>
              <a:gd name="connsiteX0" fmla="*/ 293307 w 11375167"/>
              <a:gd name="connsiteY0" fmla="*/ 0 h 1708044"/>
              <a:gd name="connsiteX1" fmla="*/ 5666304 w 11375167"/>
              <a:gd name="connsiteY1" fmla="*/ 1618875 h 1708044"/>
              <a:gd name="connsiteX2" fmla="*/ 11020861 w 11375167"/>
              <a:gd name="connsiteY2" fmla="*/ 23887 h 1708044"/>
              <a:gd name="connsiteX3" fmla="*/ 11375167 w 11375167"/>
              <a:gd name="connsiteY3" fmla="*/ 90937 h 1708044"/>
              <a:gd name="connsiteX4" fmla="*/ 5676032 w 11375167"/>
              <a:gd name="connsiteY4" fmla="*/ 1708044 h 1708044"/>
              <a:gd name="connsiteX5" fmla="*/ 0 w 11375167"/>
              <a:gd name="connsiteY5" fmla="*/ 53184 h 1708044"/>
              <a:gd name="connsiteX6" fmla="*/ 293307 w 11375167"/>
              <a:gd name="connsiteY6" fmla="*/ 0 h 1708044"/>
              <a:gd name="connsiteX0" fmla="*/ 317800 w 11375167"/>
              <a:gd name="connsiteY0" fmla="*/ 606 h 1684157"/>
              <a:gd name="connsiteX1" fmla="*/ 5666304 w 11375167"/>
              <a:gd name="connsiteY1" fmla="*/ 1594988 h 1684157"/>
              <a:gd name="connsiteX2" fmla="*/ 11020861 w 11375167"/>
              <a:gd name="connsiteY2" fmla="*/ 0 h 1684157"/>
              <a:gd name="connsiteX3" fmla="*/ 11375167 w 11375167"/>
              <a:gd name="connsiteY3" fmla="*/ 67050 h 1684157"/>
              <a:gd name="connsiteX4" fmla="*/ 5676032 w 11375167"/>
              <a:gd name="connsiteY4" fmla="*/ 1684157 h 1684157"/>
              <a:gd name="connsiteX5" fmla="*/ 0 w 11375167"/>
              <a:gd name="connsiteY5" fmla="*/ 29297 h 1684157"/>
              <a:gd name="connsiteX6" fmla="*/ 317800 w 11375167"/>
              <a:gd name="connsiteY6" fmla="*/ 606 h 1684157"/>
              <a:gd name="connsiteX0" fmla="*/ 285142 w 11342509"/>
              <a:gd name="connsiteY0" fmla="*/ 606 h 1684157"/>
              <a:gd name="connsiteX1" fmla="*/ 5633646 w 11342509"/>
              <a:gd name="connsiteY1" fmla="*/ 1594988 h 1684157"/>
              <a:gd name="connsiteX2" fmla="*/ 10988203 w 11342509"/>
              <a:gd name="connsiteY2" fmla="*/ 0 h 1684157"/>
              <a:gd name="connsiteX3" fmla="*/ 11342509 w 11342509"/>
              <a:gd name="connsiteY3" fmla="*/ 67050 h 1684157"/>
              <a:gd name="connsiteX4" fmla="*/ 5643374 w 11342509"/>
              <a:gd name="connsiteY4" fmla="*/ 1684157 h 1684157"/>
              <a:gd name="connsiteX5" fmla="*/ 0 w 11342509"/>
              <a:gd name="connsiteY5" fmla="*/ 29297 h 1684157"/>
              <a:gd name="connsiteX6" fmla="*/ 285142 w 11342509"/>
              <a:gd name="connsiteY6" fmla="*/ 606 h 1684157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0988203 w 11342509"/>
              <a:gd name="connsiteY2" fmla="*/ 755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18020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47837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3364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  <a:gd name="connsiteX0" fmla="*/ 276977 w 11342509"/>
              <a:gd name="connsiteY0" fmla="*/ 0 h 1691715"/>
              <a:gd name="connsiteX1" fmla="*/ 5643806 w 11342509"/>
              <a:gd name="connsiteY1" fmla="*/ 1602546 h 1691715"/>
              <a:gd name="connsiteX2" fmla="*/ 11080494 w 11342509"/>
              <a:gd name="connsiteY2" fmla="*/ 17498 h 1691715"/>
              <a:gd name="connsiteX3" fmla="*/ 11342509 w 11342509"/>
              <a:gd name="connsiteY3" fmla="*/ 74608 h 1691715"/>
              <a:gd name="connsiteX4" fmla="*/ 5643374 w 11342509"/>
              <a:gd name="connsiteY4" fmla="*/ 1691715 h 1691715"/>
              <a:gd name="connsiteX5" fmla="*/ 0 w 11342509"/>
              <a:gd name="connsiteY5" fmla="*/ 36855 h 1691715"/>
              <a:gd name="connsiteX6" fmla="*/ 276977 w 11342509"/>
              <a:gd name="connsiteY6" fmla="*/ 0 h 169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96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394"/>
          <a:stretch/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130999B-188C-4604-947C-E10578CBE607}"/>
              </a:ext>
            </a:extLst>
          </p:cNvPr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占位符 10">
            <a:extLst>
              <a:ext uri="{FF2B5EF4-FFF2-40B4-BE49-F238E27FC236}">
                <a16:creationId xmlns:a16="http://schemas.microsoft.com/office/drawing/2014/main" id="{5FEF66FF-5AB8-4AE1-BE6F-4F61084AF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17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039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2055967" y="1793453"/>
            <a:ext cx="8080066" cy="99377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0" name="组合 29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54098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4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1" name="组合 30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39076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>
            <a:extLst>
              <a:ext uri="{FF2B5EF4-FFF2-40B4-BE49-F238E27FC236}">
                <a16:creationId xmlns:a16="http://schemas.microsoft.com/office/drawing/2014/main" id="{7A935A22-FEEB-4B78-9916-163644E822AB}"/>
              </a:ext>
            </a:extLst>
          </p:cNvPr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394710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558" b="38705"/>
          <a:stretch/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151242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C809FD0-A9F1-4139-8386-4A9BEBA1CE80}"/>
              </a:ext>
            </a:extLst>
          </p:cNvPr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D352C72-A8BD-49E0-9C6C-2C7B147AF3AE}"/>
              </a:ext>
            </a:extLst>
          </p:cNvPr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471"/>
          <a:stretch/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912"/>
          <a:stretch/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80083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F468BC7-46A2-4AAB-B3F7-1544FCFE8ABB}"/>
              </a:ext>
            </a:extLst>
          </p:cNvPr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5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Contents</a:t>
            </a:r>
            <a:r>
              <a:rPr kumimoji="0" lang="en-US" altLang="zh-CN" sz="4400" b="1" i="0" u="none" strike="noStrike" kern="1200" cap="none" spc="5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■</a:t>
            </a:r>
            <a:endParaRPr kumimoji="0" lang="zh-CN" altLang="en-US" sz="4400" b="1" i="0" u="none" strike="noStrike" kern="1200" cap="none" spc="5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9A0861-AF32-4D83-B541-5799200EE73D}"/>
              </a:ext>
            </a:extLst>
          </p:cNvPr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6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结构大纲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EC53DF-AF11-4D83-9B0B-ED5DB673B7B9}"/>
              </a:ext>
            </a:extLst>
          </p:cNvPr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>
            <a:extLst>
              <a:ext uri="{FF2B5EF4-FFF2-40B4-BE49-F238E27FC236}">
                <a16:creationId xmlns:a16="http://schemas.microsoft.com/office/drawing/2014/main" id="{AC1D2521-933E-409D-9088-BF7A7FA6A8E9}"/>
              </a:ext>
            </a:extLst>
          </p:cNvPr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>
            <a:extLst>
              <a:ext uri="{FF2B5EF4-FFF2-40B4-BE49-F238E27FC236}">
                <a16:creationId xmlns:a16="http://schemas.microsoft.com/office/drawing/2014/main" id="{180A68EB-E97F-4BBF-9D90-3F845C9BE11A}"/>
              </a:ext>
            </a:extLst>
          </p:cNvPr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08895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0215"/>
          <a:stretch/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>
            <a:extLst>
              <a:ext uri="{FF2B5EF4-FFF2-40B4-BE49-F238E27FC236}">
                <a16:creationId xmlns:a16="http://schemas.microsoft.com/office/drawing/2014/main" id="{AC1D2521-933E-409D-9088-BF7A7FA6A8E9}"/>
              </a:ext>
            </a:extLst>
          </p:cNvPr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>
            <a:extLst>
              <a:ext uri="{FF2B5EF4-FFF2-40B4-BE49-F238E27FC236}">
                <a16:creationId xmlns:a16="http://schemas.microsoft.com/office/drawing/2014/main" id="{180A68EB-E97F-4BBF-9D90-3F845C9BE11A}"/>
              </a:ext>
            </a:extLst>
          </p:cNvPr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1" name="组合 30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3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4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0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1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52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2" name="组合 31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4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5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2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3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39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1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243007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816599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0AD6C65D-0FE3-4E82-89A8-93A09AFFD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116" t="7030" r="31559" b="11337"/>
          <a:stretch/>
        </p:blipFill>
        <p:spPr>
          <a:xfrm>
            <a:off x="-1260196" y="1"/>
            <a:ext cx="5919101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>
            <a:extLst>
              <a:ext uri="{FF2B5EF4-FFF2-40B4-BE49-F238E27FC236}">
                <a16:creationId xmlns:a16="http://schemas.microsoft.com/office/drawing/2014/main" id="{D79543FB-05EA-4B9D-8AED-014B16BE890C}"/>
              </a:ext>
            </a:extLst>
          </p:cNvPr>
          <p:cNvSpPr/>
          <p:nvPr userDrawn="1"/>
        </p:nvSpPr>
        <p:spPr>
          <a:xfrm>
            <a:off x="-4038600" y="-1541834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84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0571" b="46397"/>
          <a:stretch/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2515"/>
          <a:stretch/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2515"/>
          <a:stretch/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>
            <a:extLst>
              <a:ext uri="{FF2B5EF4-FFF2-40B4-BE49-F238E27FC236}">
                <a16:creationId xmlns:a16="http://schemas.microsoft.com/office/drawing/2014/main" id="{73EA18D4-72CA-45CF-AE53-812904BBD9F8}"/>
              </a:ext>
            </a:extLst>
          </p:cNvPr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>
            <a:extLst>
              <a:ext uri="{FF2B5EF4-FFF2-40B4-BE49-F238E27FC236}">
                <a16:creationId xmlns:a16="http://schemas.microsoft.com/office/drawing/2014/main" id="{892230CE-A9FF-48DB-861E-D9073D5E9011}"/>
              </a:ext>
            </a:extLst>
          </p:cNvPr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>
            <a:extLst>
              <a:ext uri="{FF2B5EF4-FFF2-40B4-BE49-F238E27FC236}">
                <a16:creationId xmlns:a16="http://schemas.microsoft.com/office/drawing/2014/main" id="{15AB3CB8-C895-4E8E-9CCA-7C80BF894F94}"/>
              </a:ext>
            </a:extLst>
          </p:cNvPr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4572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9224811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063" r="32938"/>
          <a:stretch/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F6BFE1-1DD5-454F-BE20-A55DAB22A652}"/>
              </a:ext>
            </a:extLst>
          </p:cNvPr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8499905-D7C1-4B31-8F42-54B3A36F0B1E}"/>
              </a:ext>
            </a:extLst>
          </p:cNvPr>
          <p:cNvCxnSpPr>
            <a:cxnSpLocks/>
          </p:cNvCxnSpPr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1DFE5ED-5D7B-4B26-99EA-A40BED7DC14E}"/>
              </a:ext>
            </a:extLst>
          </p:cNvPr>
          <p:cNvSpPr/>
          <p:nvPr userDrawn="1"/>
        </p:nvSpPr>
        <p:spPr>
          <a:xfrm>
            <a:off x="846867" y="2752385"/>
            <a:ext cx="21362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D1A83F-A1E9-43D7-9CDC-7AC02BED1EE5}"/>
              </a:ext>
            </a:extLst>
          </p:cNvPr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CONTENTS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103341-A23F-42AF-90B6-8B36EF542949}"/>
              </a:ext>
            </a:extLst>
          </p:cNvPr>
          <p:cNvCxnSpPr>
            <a:cxnSpLocks/>
          </p:cNvCxnSpPr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912" b="16285"/>
          <a:stretch/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8887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3E9B806-B3B5-4857-9763-985BB906449B}"/>
              </a:ext>
            </a:extLst>
          </p:cNvPr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8EFC2AF-0299-489A-9F1D-9F6AA1D1A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>
            <a:extLst>
              <a:ext uri="{FF2B5EF4-FFF2-40B4-BE49-F238E27FC236}">
                <a16:creationId xmlns:a16="http://schemas.microsoft.com/office/drawing/2014/main" id="{9F0152B4-A135-47ED-A86F-89E402C2B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>
            <a:extLst>
              <a:ext uri="{FF2B5EF4-FFF2-40B4-BE49-F238E27FC236}">
                <a16:creationId xmlns:a16="http://schemas.microsoft.com/office/drawing/2014/main" id="{CF347087-2148-4765-A644-2EF9176FD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5482F-D2BD-4FA5-8FA9-E44AB00F6475}"/>
              </a:ext>
            </a:extLst>
          </p:cNvPr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  <p:grpSp>
        <p:nvGrpSpPr>
          <p:cNvPr id="85" name="组合 84"/>
          <p:cNvGrpSpPr/>
          <p:nvPr userDrawn="1"/>
        </p:nvGrpSpPr>
        <p:grpSpPr>
          <a:xfrm>
            <a:off x="694004" y="6394741"/>
            <a:ext cx="1931864" cy="235412"/>
            <a:chOff x="10272478" y="6308389"/>
            <a:chExt cx="1629576" cy="198576"/>
          </a:xfrm>
        </p:grpSpPr>
        <p:grpSp>
          <p:nvGrpSpPr>
            <p:cNvPr id="86" name="组合 85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101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35296"/>
                <a:ext cx="331665" cy="499207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08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9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05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6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7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99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0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97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8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94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6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92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23306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96"/>
          <a:stretch/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1734"/>
      </p:ext>
    </p:extLst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4" b="196"/>
          <a:stretch/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46803"/>
      </p:ext>
    </p:extLst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13078" r="-1" b="115"/>
          <a:stretch/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0601"/>
      </p:ext>
    </p:extLst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04A170D-2187-4825-AF2D-C8F1D0BDF5F4}"/>
              </a:ext>
            </a:extLst>
          </p:cNvPr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40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7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40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34754"/>
      </p:ext>
    </p:extLst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77144AF-E247-4A51-BF9C-A0E75712D941}"/>
              </a:ext>
            </a:extLst>
          </p:cNvPr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>
            <a:grpSpLocks/>
          </p:cNvGrpSpPr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447381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9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30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3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07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64" r:id="rId3"/>
    <p:sldLayoutId id="2147483865" r:id="rId4"/>
    <p:sldLayoutId id="2147483866" r:id="rId5"/>
    <p:sldLayoutId id="2147483867" r:id="rId6"/>
    <p:sldLayoutId id="2147483868" r:id="rId7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37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310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39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79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04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63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798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757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08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531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53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87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42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525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24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955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Gale Verdict </a:t>
            </a:r>
            <a:br>
              <a:rPr lang="en-US" altLang="zh-CN" dirty="0"/>
            </a:br>
            <a:r>
              <a:rPr lang="zh-CN" altLang="zh-CN" dirty="0"/>
              <a:t>电动汽车充电运营管理平台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820453" y="4247379"/>
            <a:ext cx="6221139" cy="345094"/>
          </a:xfrm>
        </p:spPr>
        <p:txBody>
          <a:bodyPr/>
          <a:lstStyle/>
          <a:p>
            <a:r>
              <a:rPr lang="zh-CN" altLang="en-US" dirty="0"/>
              <a:t>答辩人：第四组　　　　　　时间：</a:t>
            </a:r>
            <a:r>
              <a:rPr lang="en-US" altLang="zh-CN" dirty="0"/>
              <a:t>2026/9/10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5143F5-A0FB-D923-CD1B-E4009118ACC6}"/>
              </a:ext>
            </a:extLst>
          </p:cNvPr>
          <p:cNvSpPr txBox="1"/>
          <p:nvPr/>
        </p:nvSpPr>
        <p:spPr>
          <a:xfrm>
            <a:off x="1490869" y="4592473"/>
            <a:ext cx="102373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李奕萱</a:t>
            </a:r>
            <a:endParaRPr lang="en-US" altLang="zh-CN" sz="1600" dirty="0"/>
          </a:p>
          <a:p>
            <a:r>
              <a:rPr lang="zh-CN" altLang="en-US" sz="1600" dirty="0"/>
              <a:t>吴洵</a:t>
            </a:r>
            <a:endParaRPr lang="en-US" altLang="zh-CN" sz="1600" dirty="0"/>
          </a:p>
          <a:p>
            <a:r>
              <a:rPr lang="zh-CN" altLang="en-US" sz="1600" dirty="0"/>
              <a:t>徐钲</a:t>
            </a:r>
            <a:endParaRPr lang="en-US" altLang="zh-CN" sz="1600" dirty="0"/>
          </a:p>
          <a:p>
            <a:r>
              <a:rPr lang="zh-CN" altLang="en-US" sz="1600" dirty="0"/>
              <a:t>姚雨森</a:t>
            </a:r>
            <a:endParaRPr lang="en-US" altLang="zh-CN" sz="1600" dirty="0"/>
          </a:p>
          <a:p>
            <a:r>
              <a:rPr lang="zh-CN" altLang="en-US" sz="1600" dirty="0"/>
              <a:t>曾梓木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86405264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1D42-23F5-C015-E158-AAF9240E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09A70-BFC5-0FF5-D7DB-F49573972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14500"/>
            <a:ext cx="8643848" cy="480131"/>
          </a:xfrm>
        </p:spPr>
        <p:txBody>
          <a:bodyPr/>
          <a:lstStyle/>
          <a:p>
            <a:r>
              <a:rPr lang="zh-CN" altLang="en-US" dirty="0"/>
              <a:t>项目目标</a:t>
            </a:r>
            <a:r>
              <a:rPr lang="en-US" altLang="zh-CN" dirty="0"/>
              <a:t>/</a:t>
            </a:r>
            <a:r>
              <a:rPr lang="zh-CN" altLang="en-US" dirty="0"/>
              <a:t>面向用户</a:t>
            </a:r>
          </a:p>
        </p:txBody>
      </p:sp>
      <p:pic>
        <p:nvPicPr>
          <p:cNvPr id="14" name="图片占位符 3">
            <a:extLst>
              <a:ext uri="{FF2B5EF4-FFF2-40B4-BE49-F238E27FC236}">
                <a16:creationId xmlns:a16="http://schemas.microsoft.com/office/drawing/2014/main" id="{90185159-FDDA-D5B0-9371-54309E9BAF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2823" y="1351810"/>
            <a:ext cx="2470932" cy="4392769"/>
          </a:xfrm>
          <a:prstGeom prst="rect">
            <a:avLst/>
          </a:prstGeom>
        </p:spPr>
      </p:pic>
      <p:pic>
        <p:nvPicPr>
          <p:cNvPr id="15" name="图片占位符 10">
            <a:extLst>
              <a:ext uri="{FF2B5EF4-FFF2-40B4-BE49-F238E27FC236}">
                <a16:creationId xmlns:a16="http://schemas.microsoft.com/office/drawing/2014/main" id="{E7CEBFF6-11D4-FEDC-03F5-C3A6899EF9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0365" y="1351810"/>
            <a:ext cx="2470932" cy="4392769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4CF8DD1-E0BB-459A-3DB9-0F87EB41D962}"/>
              </a:ext>
            </a:extLst>
          </p:cNvPr>
          <p:cNvSpPr txBox="1"/>
          <p:nvPr/>
        </p:nvSpPr>
        <p:spPr>
          <a:xfrm>
            <a:off x="3671584" y="3259411"/>
            <a:ext cx="2074984" cy="21248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just" eaLnBrk="1" hangingPunct="1"/>
            <a:r>
              <a:rPr lang="zh-CN" altLang="zh-CN" sz="1800" dirty="0"/>
              <a:t>查找附近电站、查看空闲电桩、</a:t>
            </a:r>
            <a:endParaRPr lang="en-US" altLang="zh-CN" sz="1800" dirty="0"/>
          </a:p>
          <a:p>
            <a:pPr algn="just" eaLnBrk="1" hangingPunct="1"/>
            <a:r>
              <a:rPr lang="zh-CN" altLang="en-US" sz="1800" dirty="0"/>
              <a:t>一键导航、</a:t>
            </a:r>
            <a:endParaRPr lang="en-US" altLang="zh-CN" sz="1800" dirty="0"/>
          </a:p>
          <a:p>
            <a:pPr algn="just" eaLnBrk="1" hangingPunct="1"/>
            <a:r>
              <a:rPr lang="zh-CN" altLang="zh-CN" sz="1800" dirty="0"/>
              <a:t>发起充电、</a:t>
            </a:r>
            <a:endParaRPr lang="en-US" altLang="zh-CN" sz="1800" dirty="0"/>
          </a:p>
          <a:p>
            <a:pPr algn="just" eaLnBrk="1" hangingPunct="1"/>
            <a:r>
              <a:rPr lang="zh-CN" altLang="zh-CN" sz="1800" dirty="0"/>
              <a:t>结算、</a:t>
            </a:r>
            <a:endParaRPr lang="en-US" altLang="zh-CN" sz="1800" dirty="0"/>
          </a:p>
          <a:p>
            <a:pPr algn="just" eaLnBrk="1" hangingPunct="1"/>
            <a:r>
              <a:rPr lang="zh-CN" altLang="zh-CN" sz="1800" dirty="0"/>
              <a:t>查询订单</a:t>
            </a:r>
            <a:endParaRPr lang="zh-CN" altLang="en-US" sz="1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9496DC-3081-12F0-3391-D606069D601A}"/>
              </a:ext>
            </a:extLst>
          </p:cNvPr>
          <p:cNvSpPr txBox="1"/>
          <p:nvPr/>
        </p:nvSpPr>
        <p:spPr>
          <a:xfrm>
            <a:off x="3049369" y="2357449"/>
            <a:ext cx="2373923" cy="589055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4000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充电用户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B66490-7AAB-2CC8-48C6-AA245FC73291}"/>
              </a:ext>
            </a:extLst>
          </p:cNvPr>
          <p:cNvSpPr txBox="1"/>
          <p:nvPr/>
        </p:nvSpPr>
        <p:spPr>
          <a:xfrm>
            <a:off x="9193100" y="3259411"/>
            <a:ext cx="2074984" cy="10445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just" eaLnBrk="1" hangingPunct="1"/>
            <a:r>
              <a:rPr lang="zh-CN" altLang="zh-CN" sz="1800" dirty="0"/>
              <a:t>维护电站和电桩、管理用户、</a:t>
            </a:r>
            <a:endParaRPr lang="en-US" altLang="zh-CN" sz="1800" dirty="0"/>
          </a:p>
          <a:p>
            <a:pPr algn="just" eaLnBrk="1" hangingPunct="1"/>
            <a:r>
              <a:rPr lang="zh-CN" altLang="zh-CN" sz="1800" dirty="0"/>
              <a:t>查看运营数据</a:t>
            </a:r>
            <a:endParaRPr lang="zh-CN" altLang="en-US" sz="1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BC0360-8DF7-C9C5-37E2-550DFC52D9E7}"/>
              </a:ext>
            </a:extLst>
          </p:cNvPr>
          <p:cNvSpPr txBox="1"/>
          <p:nvPr/>
        </p:nvSpPr>
        <p:spPr>
          <a:xfrm>
            <a:off x="8594039" y="2357448"/>
            <a:ext cx="2373923" cy="589055"/>
          </a:xfrm>
          <a:prstGeom prst="rect">
            <a:avLst/>
          </a:prstGeom>
          <a:solidFill>
            <a:srgbClr val="A13F0B"/>
          </a:solidFill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4000" spc="3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管理员</a:t>
            </a:r>
          </a:p>
        </p:txBody>
      </p:sp>
    </p:spTree>
    <p:extLst>
      <p:ext uri="{BB962C8B-B14F-4D97-AF65-F5344CB8AC3E}">
        <p14:creationId xmlns:p14="http://schemas.microsoft.com/office/powerpoint/2010/main" val="144757209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27" name="ïṥḻíďé">
            <a:extLst>
              <a:ext uri="{FF2B5EF4-FFF2-40B4-BE49-F238E27FC236}">
                <a16:creationId xmlns:a16="http://schemas.microsoft.com/office/drawing/2014/main" id="{C0456935-3FB5-487C-A717-1B6C31054231}"/>
              </a:ext>
            </a:extLst>
          </p:cNvPr>
          <p:cNvSpPr txBox="1"/>
          <p:nvPr/>
        </p:nvSpPr>
        <p:spPr>
          <a:xfrm>
            <a:off x="673099" y="2102793"/>
            <a:ext cx="3921562" cy="281707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45720" anchor="t" anchorCtr="0">
            <a:noAutofit/>
          </a:bodyPr>
          <a:lstStyle/>
          <a:p>
            <a:pPr lvl="0"/>
            <a:r>
              <a:rPr lang="zh-CN" altLang="zh-CN" dirty="0"/>
              <a:t>注册、登录</a:t>
            </a:r>
            <a:r>
              <a:rPr lang="zh-CN" altLang="en-US" dirty="0"/>
              <a:t>和昵称头像等个人资料</a:t>
            </a:r>
            <a:r>
              <a:rPr lang="zh-CN" altLang="zh-CN" dirty="0"/>
              <a:t>；</a:t>
            </a:r>
          </a:p>
          <a:p>
            <a:pPr lvl="0"/>
            <a:r>
              <a:rPr lang="zh-CN" altLang="zh-CN" dirty="0"/>
              <a:t>钱包充值及余额查看；</a:t>
            </a:r>
          </a:p>
          <a:p>
            <a:pPr lvl="0"/>
            <a:r>
              <a:rPr lang="zh-CN" altLang="zh-CN" dirty="0"/>
              <a:t>查询充电站；</a:t>
            </a:r>
          </a:p>
          <a:p>
            <a:pPr lvl="0"/>
            <a:r>
              <a:rPr lang="zh-CN" altLang="zh-CN" dirty="0"/>
              <a:t>查看站内电桩状态；</a:t>
            </a:r>
          </a:p>
          <a:p>
            <a:pPr lvl="0"/>
            <a:r>
              <a:rPr lang="zh-CN" altLang="zh-CN" dirty="0"/>
              <a:t>选择空闲电桩并开始充电；</a:t>
            </a:r>
          </a:p>
          <a:p>
            <a:pPr lvl="0"/>
            <a:r>
              <a:rPr lang="zh-CN" altLang="zh-CN" dirty="0"/>
              <a:t>实时查看时长、电量、费用和余额；</a:t>
            </a:r>
          </a:p>
          <a:p>
            <a:pPr lvl="0"/>
            <a:r>
              <a:rPr lang="zh-CN" altLang="zh-CN" dirty="0"/>
              <a:t>结束充电并结算；</a:t>
            </a:r>
            <a:endParaRPr lang="en-US" altLang="zh-CN" dirty="0"/>
          </a:p>
          <a:p>
            <a:pPr lvl="0"/>
            <a:r>
              <a:rPr lang="zh-CN" altLang="en-US" dirty="0"/>
              <a:t>查询历史订单；</a:t>
            </a:r>
            <a:endParaRPr lang="zh-CN" altLang="zh-CN" dirty="0"/>
          </a:p>
          <a:p>
            <a:pPr lvl="0"/>
            <a:r>
              <a:rPr lang="zh-CN" altLang="zh-CN" dirty="0"/>
              <a:t>输入起点并导航至目标充电站。</a:t>
            </a:r>
          </a:p>
        </p:txBody>
      </p:sp>
      <p:sp>
        <p:nvSpPr>
          <p:cNvPr id="28" name="ïṡḷiḑé">
            <a:extLst>
              <a:ext uri="{FF2B5EF4-FFF2-40B4-BE49-F238E27FC236}">
                <a16:creationId xmlns:a16="http://schemas.microsoft.com/office/drawing/2014/main" id="{50EA57CD-874A-4580-95FD-44A33D4F7D94}"/>
              </a:ext>
            </a:extLst>
          </p:cNvPr>
          <p:cNvSpPr/>
          <p:nvPr/>
        </p:nvSpPr>
        <p:spPr>
          <a:xfrm>
            <a:off x="673100" y="1631410"/>
            <a:ext cx="3002626" cy="446763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/>
            <a:r>
              <a:rPr lang="zh-CN" altLang="en-US" sz="2000" b="1" spc="100" dirty="0">
                <a:solidFill>
                  <a:schemeClr val="accent4"/>
                </a:solidFill>
              </a:rPr>
              <a:t>用户端需求</a:t>
            </a:r>
          </a:p>
        </p:txBody>
      </p:sp>
      <p:sp>
        <p:nvSpPr>
          <p:cNvPr id="30" name="îṣlîḍe">
            <a:extLst>
              <a:ext uri="{FF2B5EF4-FFF2-40B4-BE49-F238E27FC236}">
                <a16:creationId xmlns:a16="http://schemas.microsoft.com/office/drawing/2014/main" id="{7014AA80-CFD0-49EB-B233-BD3EE94D2B82}"/>
              </a:ext>
            </a:extLst>
          </p:cNvPr>
          <p:cNvSpPr/>
          <p:nvPr/>
        </p:nvSpPr>
        <p:spPr>
          <a:xfrm>
            <a:off x="4594664" y="1634585"/>
            <a:ext cx="3002629" cy="446763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/>
            <a:r>
              <a:rPr lang="zh-CN" altLang="en-US" sz="2000" b="1" spc="100" dirty="0">
                <a:solidFill>
                  <a:schemeClr val="accent4"/>
                </a:solidFill>
              </a:rPr>
              <a:t>管理端需求</a:t>
            </a:r>
          </a:p>
        </p:txBody>
      </p:sp>
      <p:sp>
        <p:nvSpPr>
          <p:cNvPr id="32" name="íšļîďé">
            <a:extLst>
              <a:ext uri="{FF2B5EF4-FFF2-40B4-BE49-F238E27FC236}">
                <a16:creationId xmlns:a16="http://schemas.microsoft.com/office/drawing/2014/main" id="{85852859-67EA-4161-B8EB-210A5F685713}"/>
              </a:ext>
            </a:extLst>
          </p:cNvPr>
          <p:cNvSpPr/>
          <p:nvPr/>
        </p:nvSpPr>
        <p:spPr>
          <a:xfrm>
            <a:off x="8516259" y="1637760"/>
            <a:ext cx="3002633" cy="446763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/>
            <a:r>
              <a:rPr lang="zh-CN" altLang="en-US" sz="2000" b="1" spc="100" dirty="0">
                <a:solidFill>
                  <a:schemeClr val="accent4"/>
                </a:solidFill>
              </a:rPr>
              <a:t>服务端需求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CD65917-32AC-487D-A210-C43A5172AAFA}"/>
              </a:ext>
            </a:extLst>
          </p:cNvPr>
          <p:cNvCxnSpPr>
            <a:cxnSpLocks/>
          </p:cNvCxnSpPr>
          <p:nvPr/>
        </p:nvCxnSpPr>
        <p:spPr>
          <a:xfrm>
            <a:off x="673100" y="2876435"/>
            <a:ext cx="0" cy="2933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5C8AC8C-D8E6-4594-B344-FC2FF77FFDFA}"/>
              </a:ext>
            </a:extLst>
          </p:cNvPr>
          <p:cNvCxnSpPr>
            <a:cxnSpLocks/>
          </p:cNvCxnSpPr>
          <p:nvPr/>
        </p:nvCxnSpPr>
        <p:spPr>
          <a:xfrm>
            <a:off x="4594664" y="2876435"/>
            <a:ext cx="0" cy="2933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59DD52C-B29A-48CB-81E4-DEE1389D8A83}"/>
              </a:ext>
            </a:extLst>
          </p:cNvPr>
          <p:cNvCxnSpPr>
            <a:cxnSpLocks/>
          </p:cNvCxnSpPr>
          <p:nvPr/>
        </p:nvCxnSpPr>
        <p:spPr>
          <a:xfrm>
            <a:off x="8516259" y="2876435"/>
            <a:ext cx="0" cy="293301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îŝḷïḓè">
            <a:extLst>
              <a:ext uri="{FF2B5EF4-FFF2-40B4-BE49-F238E27FC236}">
                <a16:creationId xmlns:a16="http://schemas.microsoft.com/office/drawing/2014/main" id="{E94D2D48-849F-405A-84B2-75B6AF185143}"/>
              </a:ext>
            </a:extLst>
          </p:cNvPr>
          <p:cNvSpPr/>
          <p:nvPr/>
        </p:nvSpPr>
        <p:spPr>
          <a:xfrm>
            <a:off x="4767669" y="5292587"/>
            <a:ext cx="493289" cy="516860"/>
          </a:xfrm>
          <a:custGeom>
            <a:avLst/>
            <a:gdLst>
              <a:gd name="connsiteX0" fmla="*/ 345269 w 578992"/>
              <a:gd name="connsiteY0" fmla="*/ 346719 h 606657"/>
              <a:gd name="connsiteX1" fmla="*/ 527264 w 578992"/>
              <a:gd name="connsiteY1" fmla="*/ 395415 h 606657"/>
              <a:gd name="connsiteX2" fmla="*/ 536965 w 578992"/>
              <a:gd name="connsiteY2" fmla="*/ 431758 h 606657"/>
              <a:gd name="connsiteX3" fmla="*/ 512135 w 578992"/>
              <a:gd name="connsiteY3" fmla="*/ 456550 h 606657"/>
              <a:gd name="connsiteX4" fmla="*/ 572652 w 578992"/>
              <a:gd name="connsiteY4" fmla="*/ 516975 h 606657"/>
              <a:gd name="connsiteX5" fmla="*/ 572652 w 578992"/>
              <a:gd name="connsiteY5" fmla="*/ 547632 h 606657"/>
              <a:gd name="connsiteX6" fmla="*/ 519877 w 578992"/>
              <a:gd name="connsiteY6" fmla="*/ 600326 h 606657"/>
              <a:gd name="connsiteX7" fmla="*/ 489174 w 578992"/>
              <a:gd name="connsiteY7" fmla="*/ 600326 h 606657"/>
              <a:gd name="connsiteX8" fmla="*/ 428657 w 578992"/>
              <a:gd name="connsiteY8" fmla="*/ 539901 h 606657"/>
              <a:gd name="connsiteX9" fmla="*/ 403739 w 578992"/>
              <a:gd name="connsiteY9" fmla="*/ 564782 h 606657"/>
              <a:gd name="connsiteX10" fmla="*/ 366628 w 578992"/>
              <a:gd name="connsiteY10" fmla="*/ 552075 h 606657"/>
              <a:gd name="connsiteX11" fmla="*/ 318659 w 578992"/>
              <a:gd name="connsiteY11" fmla="*/ 373288 h 606657"/>
              <a:gd name="connsiteX12" fmla="*/ 345269 w 578992"/>
              <a:gd name="connsiteY12" fmla="*/ 346719 h 606657"/>
              <a:gd name="connsiteX13" fmla="*/ 233275 w 578992"/>
              <a:gd name="connsiteY13" fmla="*/ 312148 h 606657"/>
              <a:gd name="connsiteX14" fmla="*/ 255262 w 578992"/>
              <a:gd name="connsiteY14" fmla="*/ 334095 h 606657"/>
              <a:gd name="connsiteX15" fmla="*/ 281255 w 578992"/>
              <a:gd name="connsiteY15" fmla="*/ 357464 h 606657"/>
              <a:gd name="connsiteX16" fmla="*/ 289000 w 578992"/>
              <a:gd name="connsiteY16" fmla="*/ 365016 h 606657"/>
              <a:gd name="connsiteX17" fmla="*/ 300127 w 578992"/>
              <a:gd name="connsiteY17" fmla="*/ 416019 h 606657"/>
              <a:gd name="connsiteX18" fmla="*/ 298791 w 578992"/>
              <a:gd name="connsiteY18" fmla="*/ 422416 h 606657"/>
              <a:gd name="connsiteX19" fmla="*/ 260514 w 578992"/>
              <a:gd name="connsiteY19" fmla="*/ 407844 h 606657"/>
              <a:gd name="connsiteX20" fmla="*/ 260514 w 578992"/>
              <a:gd name="connsiteY20" fmla="*/ 398159 h 606657"/>
              <a:gd name="connsiteX21" fmla="*/ 211822 w 578992"/>
              <a:gd name="connsiteY21" fmla="*/ 335339 h 606657"/>
              <a:gd name="connsiteX22" fmla="*/ 233275 w 578992"/>
              <a:gd name="connsiteY22" fmla="*/ 312148 h 606657"/>
              <a:gd name="connsiteX23" fmla="*/ 283295 w 578992"/>
              <a:gd name="connsiteY23" fmla="*/ 133638 h 606657"/>
              <a:gd name="connsiteX24" fmla="*/ 303944 w 578992"/>
              <a:gd name="connsiteY24" fmla="*/ 155858 h 606657"/>
              <a:gd name="connsiteX25" fmla="*/ 303944 w 578992"/>
              <a:gd name="connsiteY25" fmla="*/ 165457 h 606657"/>
              <a:gd name="connsiteX26" fmla="*/ 352630 w 578992"/>
              <a:gd name="connsiteY26" fmla="*/ 228294 h 606657"/>
              <a:gd name="connsiteX27" fmla="*/ 331180 w 578992"/>
              <a:gd name="connsiteY27" fmla="*/ 251580 h 606657"/>
              <a:gd name="connsiteX28" fmla="*/ 309196 w 578992"/>
              <a:gd name="connsiteY28" fmla="*/ 229538 h 606657"/>
              <a:gd name="connsiteX29" fmla="*/ 283206 w 578992"/>
              <a:gd name="connsiteY29" fmla="*/ 206252 h 606657"/>
              <a:gd name="connsiteX30" fmla="*/ 256327 w 578992"/>
              <a:gd name="connsiteY30" fmla="*/ 240648 h 606657"/>
              <a:gd name="connsiteX31" fmla="*/ 282583 w 578992"/>
              <a:gd name="connsiteY31" fmla="*/ 260112 h 606657"/>
              <a:gd name="connsiteX32" fmla="*/ 348625 w 578992"/>
              <a:gd name="connsiteY32" fmla="*/ 307306 h 606657"/>
              <a:gd name="connsiteX33" fmla="*/ 341594 w 578992"/>
              <a:gd name="connsiteY33" fmla="*/ 317083 h 606657"/>
              <a:gd name="connsiteX34" fmla="*/ 316494 w 578992"/>
              <a:gd name="connsiteY34" fmla="*/ 322594 h 606657"/>
              <a:gd name="connsiteX35" fmla="*/ 306792 w 578992"/>
              <a:gd name="connsiteY35" fmla="*/ 319305 h 606657"/>
              <a:gd name="connsiteX36" fmla="*/ 282227 w 578992"/>
              <a:gd name="connsiteY36" fmla="*/ 303485 h 606657"/>
              <a:gd name="connsiteX37" fmla="*/ 211825 w 578992"/>
              <a:gd name="connsiteY37" fmla="*/ 234604 h 606657"/>
              <a:gd name="connsiteX38" fmla="*/ 260510 w 578992"/>
              <a:gd name="connsiteY38" fmla="*/ 166612 h 606657"/>
              <a:gd name="connsiteX39" fmla="*/ 260510 w 578992"/>
              <a:gd name="connsiteY39" fmla="*/ 155236 h 606657"/>
              <a:gd name="connsiteX40" fmla="*/ 283295 w 578992"/>
              <a:gd name="connsiteY40" fmla="*/ 133638 h 606657"/>
              <a:gd name="connsiteX41" fmla="*/ 282248 w 578992"/>
              <a:gd name="connsiteY41" fmla="*/ 0 h 606657"/>
              <a:gd name="connsiteX42" fmla="*/ 551768 w 578992"/>
              <a:gd name="connsiteY42" fmla="*/ 365640 h 606657"/>
              <a:gd name="connsiteX43" fmla="*/ 541888 w 578992"/>
              <a:gd name="connsiteY43" fmla="*/ 369995 h 606657"/>
              <a:gd name="connsiteX44" fmla="*/ 534768 w 578992"/>
              <a:gd name="connsiteY44" fmla="*/ 367507 h 606657"/>
              <a:gd name="connsiteX45" fmla="*/ 487148 w 578992"/>
              <a:gd name="connsiteY45" fmla="*/ 354797 h 606657"/>
              <a:gd name="connsiteX46" fmla="*/ 482163 w 578992"/>
              <a:gd name="connsiteY46" fmla="*/ 345554 h 606657"/>
              <a:gd name="connsiteX47" fmla="*/ 282248 w 578992"/>
              <a:gd name="connsiteY47" fmla="*/ 72257 h 606657"/>
              <a:gd name="connsiteX48" fmla="*/ 72364 w 578992"/>
              <a:gd name="connsiteY48" fmla="*/ 281829 h 606657"/>
              <a:gd name="connsiteX49" fmla="*/ 313134 w 578992"/>
              <a:gd name="connsiteY49" fmla="*/ 489180 h 606657"/>
              <a:gd name="connsiteX50" fmla="*/ 321145 w 578992"/>
              <a:gd name="connsiteY50" fmla="*/ 494423 h 606657"/>
              <a:gd name="connsiteX51" fmla="*/ 336277 w 578992"/>
              <a:gd name="connsiteY51" fmla="*/ 550771 h 606657"/>
              <a:gd name="connsiteX52" fmla="*/ 330580 w 578992"/>
              <a:gd name="connsiteY52" fmla="*/ 559748 h 606657"/>
              <a:gd name="connsiteX53" fmla="*/ 0 w 578992"/>
              <a:gd name="connsiteY53" fmla="*/ 281829 h 606657"/>
              <a:gd name="connsiteX54" fmla="*/ 282248 w 578992"/>
              <a:gd name="connsiteY54" fmla="*/ 0 h 60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78992" h="606657">
                <a:moveTo>
                  <a:pt x="345269" y="346719"/>
                </a:moveTo>
                <a:lnTo>
                  <a:pt x="527264" y="395415"/>
                </a:lnTo>
                <a:cubicBezTo>
                  <a:pt x="543372" y="399769"/>
                  <a:pt x="548801" y="419940"/>
                  <a:pt x="536965" y="431758"/>
                </a:cubicBezTo>
                <a:lnTo>
                  <a:pt x="512135" y="456550"/>
                </a:lnTo>
                <a:lnTo>
                  <a:pt x="572652" y="516975"/>
                </a:lnTo>
                <a:cubicBezTo>
                  <a:pt x="581106" y="525506"/>
                  <a:pt x="581106" y="539190"/>
                  <a:pt x="572652" y="547632"/>
                </a:cubicBezTo>
                <a:lnTo>
                  <a:pt x="519877" y="600326"/>
                </a:lnTo>
                <a:cubicBezTo>
                  <a:pt x="511334" y="608768"/>
                  <a:pt x="497629" y="608768"/>
                  <a:pt x="489174" y="600326"/>
                </a:cubicBezTo>
                <a:lnTo>
                  <a:pt x="428657" y="539901"/>
                </a:lnTo>
                <a:lnTo>
                  <a:pt x="403739" y="564782"/>
                </a:lnTo>
                <a:cubicBezTo>
                  <a:pt x="393148" y="575357"/>
                  <a:pt x="372501" y="574024"/>
                  <a:pt x="366628" y="552075"/>
                </a:cubicBezTo>
                <a:cubicBezTo>
                  <a:pt x="366005" y="549854"/>
                  <a:pt x="319015" y="374799"/>
                  <a:pt x="318659" y="373288"/>
                </a:cubicBezTo>
                <a:cubicBezTo>
                  <a:pt x="314298" y="357205"/>
                  <a:pt x="329071" y="342454"/>
                  <a:pt x="345269" y="346719"/>
                </a:cubicBezTo>
                <a:close/>
                <a:moveTo>
                  <a:pt x="233275" y="312148"/>
                </a:moveTo>
                <a:cubicBezTo>
                  <a:pt x="245470" y="311970"/>
                  <a:pt x="255440" y="321922"/>
                  <a:pt x="255262" y="334095"/>
                </a:cubicBezTo>
                <a:cubicBezTo>
                  <a:pt x="255084" y="345646"/>
                  <a:pt x="263986" y="357464"/>
                  <a:pt x="281255" y="357464"/>
                </a:cubicBezTo>
                <a:cubicBezTo>
                  <a:pt x="286329" y="357464"/>
                  <a:pt x="289267" y="361195"/>
                  <a:pt x="289000" y="365016"/>
                </a:cubicBezTo>
                <a:cubicBezTo>
                  <a:pt x="288465" y="375412"/>
                  <a:pt x="290068" y="378611"/>
                  <a:pt x="300127" y="416019"/>
                </a:cubicBezTo>
                <a:cubicBezTo>
                  <a:pt x="300750" y="418240"/>
                  <a:pt x="300305" y="420639"/>
                  <a:pt x="298791" y="422416"/>
                </a:cubicBezTo>
                <a:cubicBezTo>
                  <a:pt x="285706" y="437788"/>
                  <a:pt x="260514" y="428458"/>
                  <a:pt x="260514" y="407844"/>
                </a:cubicBezTo>
                <a:lnTo>
                  <a:pt x="260514" y="398159"/>
                </a:lnTo>
                <a:cubicBezTo>
                  <a:pt x="232919" y="390340"/>
                  <a:pt x="212534" y="365283"/>
                  <a:pt x="211822" y="335339"/>
                </a:cubicBezTo>
                <a:cubicBezTo>
                  <a:pt x="211555" y="323077"/>
                  <a:pt x="220902" y="312237"/>
                  <a:pt x="233275" y="312148"/>
                </a:cubicBezTo>
                <a:close/>
                <a:moveTo>
                  <a:pt x="283295" y="133638"/>
                </a:moveTo>
                <a:cubicBezTo>
                  <a:pt x="294955" y="134171"/>
                  <a:pt x="303944" y="144215"/>
                  <a:pt x="303944" y="155858"/>
                </a:cubicBezTo>
                <a:lnTo>
                  <a:pt x="303944" y="165457"/>
                </a:lnTo>
                <a:cubicBezTo>
                  <a:pt x="331536" y="173367"/>
                  <a:pt x="351918" y="198430"/>
                  <a:pt x="352630" y="228294"/>
                </a:cubicBezTo>
                <a:cubicBezTo>
                  <a:pt x="352897" y="240648"/>
                  <a:pt x="343552" y="251402"/>
                  <a:pt x="331180" y="251580"/>
                </a:cubicBezTo>
                <a:cubicBezTo>
                  <a:pt x="318987" y="251757"/>
                  <a:pt x="309018" y="241803"/>
                  <a:pt x="309196" y="229538"/>
                </a:cubicBezTo>
                <a:cubicBezTo>
                  <a:pt x="309374" y="218073"/>
                  <a:pt x="300473" y="206252"/>
                  <a:pt x="283206" y="206252"/>
                </a:cubicBezTo>
                <a:cubicBezTo>
                  <a:pt x="265583" y="206252"/>
                  <a:pt x="251076" y="222783"/>
                  <a:pt x="256327" y="240648"/>
                </a:cubicBezTo>
                <a:cubicBezTo>
                  <a:pt x="259709" y="252202"/>
                  <a:pt x="270568" y="260112"/>
                  <a:pt x="282583" y="260112"/>
                </a:cubicBezTo>
                <a:cubicBezTo>
                  <a:pt x="312845" y="260290"/>
                  <a:pt x="339013" y="280021"/>
                  <a:pt x="348625" y="307306"/>
                </a:cubicBezTo>
                <a:cubicBezTo>
                  <a:pt x="350405" y="312106"/>
                  <a:pt x="346756" y="317350"/>
                  <a:pt x="341594" y="317083"/>
                </a:cubicBezTo>
                <a:cubicBezTo>
                  <a:pt x="332960" y="316728"/>
                  <a:pt x="324327" y="318594"/>
                  <a:pt x="316494" y="322594"/>
                </a:cubicBezTo>
                <a:cubicBezTo>
                  <a:pt x="312934" y="324460"/>
                  <a:pt x="308484" y="322949"/>
                  <a:pt x="306792" y="319305"/>
                </a:cubicBezTo>
                <a:cubicBezTo>
                  <a:pt x="302520" y="310062"/>
                  <a:pt x="293086" y="303485"/>
                  <a:pt x="282227" y="303485"/>
                </a:cubicBezTo>
                <a:cubicBezTo>
                  <a:pt x="244133" y="303485"/>
                  <a:pt x="212537" y="272555"/>
                  <a:pt x="211825" y="234604"/>
                </a:cubicBezTo>
                <a:cubicBezTo>
                  <a:pt x="211202" y="203141"/>
                  <a:pt x="231673" y="176300"/>
                  <a:pt x="260510" y="166612"/>
                </a:cubicBezTo>
                <a:lnTo>
                  <a:pt x="260510" y="155236"/>
                </a:lnTo>
                <a:cubicBezTo>
                  <a:pt x="260510" y="142970"/>
                  <a:pt x="270835" y="133016"/>
                  <a:pt x="283295" y="133638"/>
                </a:cubicBezTo>
                <a:close/>
                <a:moveTo>
                  <a:pt x="282248" y="0"/>
                </a:moveTo>
                <a:cubicBezTo>
                  <a:pt x="471126" y="0"/>
                  <a:pt x="608556" y="183353"/>
                  <a:pt x="551768" y="365640"/>
                </a:cubicBezTo>
                <a:cubicBezTo>
                  <a:pt x="550522" y="369729"/>
                  <a:pt x="545894" y="371773"/>
                  <a:pt x="541888" y="369995"/>
                </a:cubicBezTo>
                <a:cubicBezTo>
                  <a:pt x="539574" y="369018"/>
                  <a:pt x="537260" y="368218"/>
                  <a:pt x="534768" y="367507"/>
                </a:cubicBezTo>
                <a:lnTo>
                  <a:pt x="487148" y="354797"/>
                </a:lnTo>
                <a:cubicBezTo>
                  <a:pt x="483142" y="353731"/>
                  <a:pt x="480917" y="349554"/>
                  <a:pt x="482163" y="345554"/>
                </a:cubicBezTo>
                <a:cubicBezTo>
                  <a:pt x="525600" y="210372"/>
                  <a:pt x="423773" y="72257"/>
                  <a:pt x="282248" y="72257"/>
                </a:cubicBezTo>
                <a:cubicBezTo>
                  <a:pt x="166536" y="72257"/>
                  <a:pt x="72364" y="166289"/>
                  <a:pt x="72364" y="281829"/>
                </a:cubicBezTo>
                <a:cubicBezTo>
                  <a:pt x="72364" y="410257"/>
                  <a:pt x="187453" y="507933"/>
                  <a:pt x="313134" y="489180"/>
                </a:cubicBezTo>
                <a:cubicBezTo>
                  <a:pt x="316784" y="488646"/>
                  <a:pt x="320255" y="490957"/>
                  <a:pt x="321145" y="494423"/>
                </a:cubicBezTo>
                <a:lnTo>
                  <a:pt x="336277" y="550771"/>
                </a:lnTo>
                <a:cubicBezTo>
                  <a:pt x="337345" y="554860"/>
                  <a:pt x="334764" y="559037"/>
                  <a:pt x="330580" y="559748"/>
                </a:cubicBezTo>
                <a:cubicBezTo>
                  <a:pt x="163332" y="589433"/>
                  <a:pt x="0" y="461006"/>
                  <a:pt x="0" y="281829"/>
                </a:cubicBezTo>
                <a:cubicBezTo>
                  <a:pt x="0" y="126472"/>
                  <a:pt x="126571" y="0"/>
                  <a:pt x="282248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37" name="íś1îdè">
            <a:extLst>
              <a:ext uri="{FF2B5EF4-FFF2-40B4-BE49-F238E27FC236}">
                <a16:creationId xmlns:a16="http://schemas.microsoft.com/office/drawing/2014/main" id="{405B7E3D-A36F-4435-8962-8BF98C7365BC}"/>
              </a:ext>
            </a:extLst>
          </p:cNvPr>
          <p:cNvSpPr/>
          <p:nvPr/>
        </p:nvSpPr>
        <p:spPr>
          <a:xfrm>
            <a:off x="853525" y="5292587"/>
            <a:ext cx="500997" cy="516860"/>
          </a:xfrm>
          <a:custGeom>
            <a:avLst/>
            <a:gdLst>
              <a:gd name="connsiteX0" fmla="*/ 437277 w 581518"/>
              <a:gd name="connsiteY0" fmla="*/ 409440 h 599930"/>
              <a:gd name="connsiteX1" fmla="*/ 396550 w 581518"/>
              <a:gd name="connsiteY1" fmla="*/ 450118 h 599930"/>
              <a:gd name="connsiteX2" fmla="*/ 437277 w 581518"/>
              <a:gd name="connsiteY2" fmla="*/ 490795 h 599930"/>
              <a:gd name="connsiteX3" fmla="*/ 478005 w 581518"/>
              <a:gd name="connsiteY3" fmla="*/ 450118 h 599930"/>
              <a:gd name="connsiteX4" fmla="*/ 437277 w 581518"/>
              <a:gd name="connsiteY4" fmla="*/ 409440 h 599930"/>
              <a:gd name="connsiteX5" fmla="*/ 144240 w 581518"/>
              <a:gd name="connsiteY5" fmla="*/ 409440 h 599930"/>
              <a:gd name="connsiteX6" fmla="*/ 103513 w 581518"/>
              <a:gd name="connsiteY6" fmla="*/ 450118 h 599930"/>
              <a:gd name="connsiteX7" fmla="*/ 144240 w 581518"/>
              <a:gd name="connsiteY7" fmla="*/ 490795 h 599930"/>
              <a:gd name="connsiteX8" fmla="*/ 184967 w 581518"/>
              <a:gd name="connsiteY8" fmla="*/ 450118 h 599930"/>
              <a:gd name="connsiteX9" fmla="*/ 144240 w 581518"/>
              <a:gd name="connsiteY9" fmla="*/ 409440 h 599930"/>
              <a:gd name="connsiteX10" fmla="*/ 227681 w 581518"/>
              <a:gd name="connsiteY10" fmla="*/ 234825 h 599930"/>
              <a:gd name="connsiteX11" fmla="*/ 159140 w 581518"/>
              <a:gd name="connsiteY11" fmla="*/ 296337 h 599930"/>
              <a:gd name="connsiteX12" fmla="*/ 154173 w 581518"/>
              <a:gd name="connsiteY12" fmla="*/ 344952 h 599930"/>
              <a:gd name="connsiteX13" fmla="*/ 427344 w 581518"/>
              <a:gd name="connsiteY13" fmla="*/ 344952 h 599930"/>
              <a:gd name="connsiteX14" fmla="*/ 422377 w 581518"/>
              <a:gd name="connsiteY14" fmla="*/ 296337 h 599930"/>
              <a:gd name="connsiteX15" fmla="*/ 353836 w 581518"/>
              <a:gd name="connsiteY15" fmla="*/ 234825 h 599930"/>
              <a:gd name="connsiteX16" fmla="*/ 346883 w 581518"/>
              <a:gd name="connsiteY16" fmla="*/ 234825 h 599930"/>
              <a:gd name="connsiteX17" fmla="*/ 346883 w 581518"/>
              <a:gd name="connsiteY17" fmla="*/ 249707 h 599930"/>
              <a:gd name="connsiteX18" fmla="*/ 323042 w 581518"/>
              <a:gd name="connsiteY18" fmla="*/ 273518 h 599930"/>
              <a:gd name="connsiteX19" fmla="*/ 258475 w 581518"/>
              <a:gd name="connsiteY19" fmla="*/ 273518 h 599930"/>
              <a:gd name="connsiteX20" fmla="*/ 234634 w 581518"/>
              <a:gd name="connsiteY20" fmla="*/ 249707 h 599930"/>
              <a:gd name="connsiteX21" fmla="*/ 234634 w 581518"/>
              <a:gd name="connsiteY21" fmla="*/ 234825 h 599930"/>
              <a:gd name="connsiteX22" fmla="*/ 227681 w 581518"/>
              <a:gd name="connsiteY22" fmla="*/ 193155 h 599930"/>
              <a:gd name="connsiteX23" fmla="*/ 353836 w 581518"/>
              <a:gd name="connsiteY23" fmla="*/ 193155 h 599930"/>
              <a:gd name="connsiteX24" fmla="*/ 463105 w 581518"/>
              <a:gd name="connsiteY24" fmla="*/ 292369 h 599930"/>
              <a:gd name="connsiteX25" fmla="*/ 468071 w 581518"/>
              <a:gd name="connsiteY25" fmla="*/ 344952 h 599930"/>
              <a:gd name="connsiteX26" fmla="*/ 481978 w 581518"/>
              <a:gd name="connsiteY26" fmla="*/ 344952 h 599930"/>
              <a:gd name="connsiteX27" fmla="*/ 504825 w 581518"/>
              <a:gd name="connsiteY27" fmla="*/ 364794 h 599930"/>
              <a:gd name="connsiteX28" fmla="*/ 524692 w 581518"/>
              <a:gd name="connsiteY28" fmla="*/ 477898 h 599930"/>
              <a:gd name="connsiteX29" fmla="*/ 514759 w 581518"/>
              <a:gd name="connsiteY29" fmla="*/ 516591 h 599930"/>
              <a:gd name="connsiteX30" fmla="*/ 478998 w 581518"/>
              <a:gd name="connsiteY30" fmla="*/ 533457 h 599930"/>
              <a:gd name="connsiteX31" fmla="*/ 478998 w 581518"/>
              <a:gd name="connsiteY31" fmla="*/ 552308 h 599930"/>
              <a:gd name="connsiteX32" fmla="*/ 431317 w 581518"/>
              <a:gd name="connsiteY32" fmla="*/ 599930 h 599930"/>
              <a:gd name="connsiteX33" fmla="*/ 416417 w 581518"/>
              <a:gd name="connsiteY33" fmla="*/ 599930 h 599930"/>
              <a:gd name="connsiteX34" fmla="*/ 368736 w 581518"/>
              <a:gd name="connsiteY34" fmla="*/ 552308 h 599930"/>
              <a:gd name="connsiteX35" fmla="*/ 368736 w 581518"/>
              <a:gd name="connsiteY35" fmla="*/ 534449 h 599930"/>
              <a:gd name="connsiteX36" fmla="*/ 212781 w 581518"/>
              <a:gd name="connsiteY36" fmla="*/ 534449 h 599930"/>
              <a:gd name="connsiteX37" fmla="*/ 212781 w 581518"/>
              <a:gd name="connsiteY37" fmla="*/ 552308 h 599930"/>
              <a:gd name="connsiteX38" fmla="*/ 165100 w 581518"/>
              <a:gd name="connsiteY38" fmla="*/ 599930 h 599930"/>
              <a:gd name="connsiteX39" fmla="*/ 150200 w 581518"/>
              <a:gd name="connsiteY39" fmla="*/ 599930 h 599930"/>
              <a:gd name="connsiteX40" fmla="*/ 102519 w 581518"/>
              <a:gd name="connsiteY40" fmla="*/ 552308 h 599930"/>
              <a:gd name="connsiteX41" fmla="*/ 102519 w 581518"/>
              <a:gd name="connsiteY41" fmla="*/ 533457 h 599930"/>
              <a:gd name="connsiteX42" fmla="*/ 67752 w 581518"/>
              <a:gd name="connsiteY42" fmla="*/ 516591 h 599930"/>
              <a:gd name="connsiteX43" fmla="*/ 56825 w 581518"/>
              <a:gd name="connsiteY43" fmla="*/ 477898 h 599930"/>
              <a:gd name="connsiteX44" fmla="*/ 76692 w 581518"/>
              <a:gd name="connsiteY44" fmla="*/ 364794 h 599930"/>
              <a:gd name="connsiteX45" fmla="*/ 100532 w 581518"/>
              <a:gd name="connsiteY45" fmla="*/ 344952 h 599930"/>
              <a:gd name="connsiteX46" fmla="*/ 113446 w 581518"/>
              <a:gd name="connsiteY46" fmla="*/ 344952 h 599930"/>
              <a:gd name="connsiteX47" fmla="*/ 118413 w 581518"/>
              <a:gd name="connsiteY47" fmla="*/ 292369 h 599930"/>
              <a:gd name="connsiteX48" fmla="*/ 227681 w 581518"/>
              <a:gd name="connsiteY48" fmla="*/ 193155 h 599930"/>
              <a:gd name="connsiteX49" fmla="*/ 291256 w 581518"/>
              <a:gd name="connsiteY49" fmla="*/ 0 h 599930"/>
              <a:gd name="connsiteX50" fmla="*/ 324037 w 581518"/>
              <a:gd name="connsiteY50" fmla="*/ 9676 h 599930"/>
              <a:gd name="connsiteX51" fmla="*/ 566417 w 581518"/>
              <a:gd name="connsiteY51" fmla="*/ 167472 h 599930"/>
              <a:gd name="connsiteX52" fmla="*/ 576351 w 581518"/>
              <a:gd name="connsiteY52" fmla="*/ 213124 h 599930"/>
              <a:gd name="connsiteX53" fmla="*/ 548536 w 581518"/>
              <a:gd name="connsiteY53" fmla="*/ 228010 h 599930"/>
              <a:gd name="connsiteX54" fmla="*/ 530656 w 581518"/>
              <a:gd name="connsiteY54" fmla="*/ 223048 h 599930"/>
              <a:gd name="connsiteX55" fmla="*/ 291256 w 581518"/>
              <a:gd name="connsiteY55" fmla="*/ 66244 h 599930"/>
              <a:gd name="connsiteX56" fmla="*/ 50862 w 581518"/>
              <a:gd name="connsiteY56" fmla="*/ 223048 h 599930"/>
              <a:gd name="connsiteX57" fmla="*/ 5167 w 581518"/>
              <a:gd name="connsiteY57" fmla="*/ 213124 h 599930"/>
              <a:gd name="connsiteX58" fmla="*/ 15101 w 581518"/>
              <a:gd name="connsiteY58" fmla="*/ 168464 h 599930"/>
              <a:gd name="connsiteX59" fmla="*/ 258475 w 581518"/>
              <a:gd name="connsiteY59" fmla="*/ 9676 h 599930"/>
              <a:gd name="connsiteX60" fmla="*/ 291256 w 581518"/>
              <a:gd name="connsiteY60" fmla="*/ 0 h 599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81518" h="599930">
                <a:moveTo>
                  <a:pt x="437277" y="409440"/>
                </a:moveTo>
                <a:cubicBezTo>
                  <a:pt x="415424" y="409440"/>
                  <a:pt x="396550" y="428291"/>
                  <a:pt x="396550" y="450118"/>
                </a:cubicBezTo>
                <a:cubicBezTo>
                  <a:pt x="396550" y="472937"/>
                  <a:pt x="415424" y="490795"/>
                  <a:pt x="437277" y="490795"/>
                </a:cubicBezTo>
                <a:cubicBezTo>
                  <a:pt x="460124" y="490795"/>
                  <a:pt x="478005" y="472937"/>
                  <a:pt x="478005" y="450118"/>
                </a:cubicBezTo>
                <a:cubicBezTo>
                  <a:pt x="478005" y="428291"/>
                  <a:pt x="460124" y="409440"/>
                  <a:pt x="437277" y="409440"/>
                </a:cubicBezTo>
                <a:close/>
                <a:moveTo>
                  <a:pt x="144240" y="409440"/>
                </a:moveTo>
                <a:cubicBezTo>
                  <a:pt x="122386" y="409440"/>
                  <a:pt x="103513" y="428291"/>
                  <a:pt x="103513" y="450118"/>
                </a:cubicBezTo>
                <a:cubicBezTo>
                  <a:pt x="103513" y="472937"/>
                  <a:pt x="122386" y="490795"/>
                  <a:pt x="144240" y="490795"/>
                </a:cubicBezTo>
                <a:cubicBezTo>
                  <a:pt x="167087" y="490795"/>
                  <a:pt x="184967" y="472937"/>
                  <a:pt x="184967" y="450118"/>
                </a:cubicBezTo>
                <a:cubicBezTo>
                  <a:pt x="184967" y="428291"/>
                  <a:pt x="167087" y="409440"/>
                  <a:pt x="144240" y="409440"/>
                </a:cubicBezTo>
                <a:close/>
                <a:moveTo>
                  <a:pt x="227681" y="234825"/>
                </a:moveTo>
                <a:cubicBezTo>
                  <a:pt x="191921" y="234825"/>
                  <a:pt x="163113" y="260620"/>
                  <a:pt x="159140" y="296337"/>
                </a:cubicBezTo>
                <a:lnTo>
                  <a:pt x="154173" y="344952"/>
                </a:lnTo>
                <a:lnTo>
                  <a:pt x="427344" y="344952"/>
                </a:lnTo>
                <a:lnTo>
                  <a:pt x="422377" y="296337"/>
                </a:lnTo>
                <a:cubicBezTo>
                  <a:pt x="419397" y="260620"/>
                  <a:pt x="389597" y="234825"/>
                  <a:pt x="353836" y="234825"/>
                </a:cubicBezTo>
                <a:lnTo>
                  <a:pt x="346883" y="234825"/>
                </a:lnTo>
                <a:lnTo>
                  <a:pt x="346883" y="249707"/>
                </a:lnTo>
                <a:cubicBezTo>
                  <a:pt x="346883" y="262605"/>
                  <a:pt x="335956" y="273518"/>
                  <a:pt x="323042" y="273518"/>
                </a:cubicBezTo>
                <a:lnTo>
                  <a:pt x="258475" y="273518"/>
                </a:lnTo>
                <a:cubicBezTo>
                  <a:pt x="245561" y="273518"/>
                  <a:pt x="234634" y="262605"/>
                  <a:pt x="234634" y="249707"/>
                </a:cubicBezTo>
                <a:lnTo>
                  <a:pt x="234634" y="234825"/>
                </a:lnTo>
                <a:close/>
                <a:moveTo>
                  <a:pt x="227681" y="193155"/>
                </a:moveTo>
                <a:lnTo>
                  <a:pt x="353836" y="193155"/>
                </a:lnTo>
                <a:cubicBezTo>
                  <a:pt x="410457" y="193155"/>
                  <a:pt x="458138" y="235817"/>
                  <a:pt x="463105" y="292369"/>
                </a:cubicBezTo>
                <a:lnTo>
                  <a:pt x="468071" y="344952"/>
                </a:lnTo>
                <a:lnTo>
                  <a:pt x="481978" y="344952"/>
                </a:lnTo>
                <a:cubicBezTo>
                  <a:pt x="492905" y="344952"/>
                  <a:pt x="502838" y="353881"/>
                  <a:pt x="504825" y="364794"/>
                </a:cubicBezTo>
                <a:lnTo>
                  <a:pt x="524692" y="477898"/>
                </a:lnTo>
                <a:cubicBezTo>
                  <a:pt x="527672" y="491788"/>
                  <a:pt x="523699" y="505677"/>
                  <a:pt x="514759" y="516591"/>
                </a:cubicBezTo>
                <a:cubicBezTo>
                  <a:pt x="505818" y="527504"/>
                  <a:pt x="492905" y="533457"/>
                  <a:pt x="478998" y="533457"/>
                </a:cubicBezTo>
                <a:lnTo>
                  <a:pt x="478998" y="552308"/>
                </a:lnTo>
                <a:cubicBezTo>
                  <a:pt x="478998" y="579095"/>
                  <a:pt x="458138" y="599930"/>
                  <a:pt x="431317" y="599930"/>
                </a:cubicBezTo>
                <a:lnTo>
                  <a:pt x="416417" y="599930"/>
                </a:lnTo>
                <a:cubicBezTo>
                  <a:pt x="389597" y="599930"/>
                  <a:pt x="368736" y="579095"/>
                  <a:pt x="368736" y="552308"/>
                </a:cubicBezTo>
                <a:lnTo>
                  <a:pt x="368736" y="534449"/>
                </a:lnTo>
                <a:lnTo>
                  <a:pt x="212781" y="534449"/>
                </a:lnTo>
                <a:lnTo>
                  <a:pt x="212781" y="552308"/>
                </a:lnTo>
                <a:cubicBezTo>
                  <a:pt x="212781" y="579095"/>
                  <a:pt x="191921" y="599930"/>
                  <a:pt x="165100" y="599930"/>
                </a:cubicBezTo>
                <a:lnTo>
                  <a:pt x="150200" y="599930"/>
                </a:lnTo>
                <a:cubicBezTo>
                  <a:pt x="123379" y="599930"/>
                  <a:pt x="102519" y="579095"/>
                  <a:pt x="102519" y="552308"/>
                </a:cubicBezTo>
                <a:lnTo>
                  <a:pt x="102519" y="533457"/>
                </a:lnTo>
                <a:cubicBezTo>
                  <a:pt x="88612" y="533457"/>
                  <a:pt x="75699" y="527504"/>
                  <a:pt x="67752" y="516591"/>
                </a:cubicBezTo>
                <a:cubicBezTo>
                  <a:pt x="57819" y="505677"/>
                  <a:pt x="53845" y="491788"/>
                  <a:pt x="56825" y="477898"/>
                </a:cubicBezTo>
                <a:lnTo>
                  <a:pt x="76692" y="364794"/>
                </a:lnTo>
                <a:cubicBezTo>
                  <a:pt x="78679" y="353881"/>
                  <a:pt x="88612" y="344952"/>
                  <a:pt x="100532" y="344952"/>
                </a:cubicBezTo>
                <a:lnTo>
                  <a:pt x="113446" y="344952"/>
                </a:lnTo>
                <a:lnTo>
                  <a:pt x="118413" y="292369"/>
                </a:lnTo>
                <a:cubicBezTo>
                  <a:pt x="124373" y="235817"/>
                  <a:pt x="171060" y="193155"/>
                  <a:pt x="227681" y="193155"/>
                </a:cubicBezTo>
                <a:close/>
                <a:moveTo>
                  <a:pt x="291256" y="0"/>
                </a:moveTo>
                <a:cubicBezTo>
                  <a:pt x="302680" y="0"/>
                  <a:pt x="314103" y="3226"/>
                  <a:pt x="324037" y="9676"/>
                </a:cubicBezTo>
                <a:lnTo>
                  <a:pt x="566417" y="167472"/>
                </a:lnTo>
                <a:cubicBezTo>
                  <a:pt x="581317" y="177396"/>
                  <a:pt x="586284" y="198237"/>
                  <a:pt x="576351" y="213124"/>
                </a:cubicBezTo>
                <a:cubicBezTo>
                  <a:pt x="570390" y="223048"/>
                  <a:pt x="559463" y="228010"/>
                  <a:pt x="548536" y="228010"/>
                </a:cubicBezTo>
                <a:cubicBezTo>
                  <a:pt x="542576" y="228010"/>
                  <a:pt x="536616" y="226025"/>
                  <a:pt x="530656" y="223048"/>
                </a:cubicBezTo>
                <a:lnTo>
                  <a:pt x="291256" y="66244"/>
                </a:lnTo>
                <a:lnTo>
                  <a:pt x="50862" y="223048"/>
                </a:lnTo>
                <a:cubicBezTo>
                  <a:pt x="35962" y="232972"/>
                  <a:pt x="15101" y="228010"/>
                  <a:pt x="5167" y="213124"/>
                </a:cubicBezTo>
                <a:cubicBezTo>
                  <a:pt x="-4766" y="198237"/>
                  <a:pt x="201" y="178388"/>
                  <a:pt x="15101" y="168464"/>
                </a:cubicBezTo>
                <a:lnTo>
                  <a:pt x="258475" y="9676"/>
                </a:lnTo>
                <a:cubicBezTo>
                  <a:pt x="268409" y="3226"/>
                  <a:pt x="279832" y="0"/>
                  <a:pt x="291256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38" name="i$1iḑé">
            <a:extLst>
              <a:ext uri="{FF2B5EF4-FFF2-40B4-BE49-F238E27FC236}">
                <a16:creationId xmlns:a16="http://schemas.microsoft.com/office/drawing/2014/main" id="{04312E18-77EF-404E-A95B-7BE009B00D5C}"/>
              </a:ext>
            </a:extLst>
          </p:cNvPr>
          <p:cNvSpPr/>
          <p:nvPr/>
        </p:nvSpPr>
        <p:spPr>
          <a:xfrm>
            <a:off x="8745578" y="5292587"/>
            <a:ext cx="511388" cy="51686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00058" h="606478">
                <a:moveTo>
                  <a:pt x="62420" y="416759"/>
                </a:moveTo>
                <a:cubicBezTo>
                  <a:pt x="76726" y="430734"/>
                  <a:pt x="91913" y="443467"/>
                  <a:pt x="107826" y="455424"/>
                </a:cubicBezTo>
                <a:cubicBezTo>
                  <a:pt x="125916" y="468933"/>
                  <a:pt x="144939" y="481356"/>
                  <a:pt x="164583" y="492640"/>
                </a:cubicBezTo>
                <a:cubicBezTo>
                  <a:pt x="203821" y="515103"/>
                  <a:pt x="245547" y="533271"/>
                  <a:pt x="288776" y="546781"/>
                </a:cubicBezTo>
                <a:cubicBezTo>
                  <a:pt x="310339" y="553561"/>
                  <a:pt x="332369" y="559100"/>
                  <a:pt x="354605" y="563085"/>
                </a:cubicBezTo>
                <a:cubicBezTo>
                  <a:pt x="374095" y="566605"/>
                  <a:pt x="393791" y="569037"/>
                  <a:pt x="413695" y="570073"/>
                </a:cubicBezTo>
                <a:cubicBezTo>
                  <a:pt x="351080" y="610031"/>
                  <a:pt x="270324" y="619141"/>
                  <a:pt x="197135" y="587153"/>
                </a:cubicBezTo>
                <a:cubicBezTo>
                  <a:pt x="123842" y="555269"/>
                  <a:pt x="75637" y="489845"/>
                  <a:pt x="62420" y="416759"/>
                </a:cubicBezTo>
                <a:close/>
                <a:moveTo>
                  <a:pt x="142343" y="165989"/>
                </a:moveTo>
                <a:cubicBezTo>
                  <a:pt x="145608" y="166041"/>
                  <a:pt x="148770" y="166196"/>
                  <a:pt x="151983" y="166299"/>
                </a:cubicBezTo>
                <a:cubicBezTo>
                  <a:pt x="136694" y="176236"/>
                  <a:pt x="122649" y="187725"/>
                  <a:pt x="110107" y="200560"/>
                </a:cubicBezTo>
                <a:cubicBezTo>
                  <a:pt x="93523" y="204493"/>
                  <a:pt x="74762" y="211428"/>
                  <a:pt x="61805" y="222762"/>
                </a:cubicBezTo>
                <a:cubicBezTo>
                  <a:pt x="41956" y="239945"/>
                  <a:pt x="41541" y="265149"/>
                  <a:pt x="51129" y="288127"/>
                </a:cubicBezTo>
                <a:cubicBezTo>
                  <a:pt x="69994" y="333256"/>
                  <a:pt x="111818" y="368138"/>
                  <a:pt x="151050" y="395568"/>
                </a:cubicBezTo>
                <a:cubicBezTo>
                  <a:pt x="159135" y="401157"/>
                  <a:pt x="167375" y="406643"/>
                  <a:pt x="175823" y="411818"/>
                </a:cubicBezTo>
                <a:cubicBezTo>
                  <a:pt x="250660" y="457931"/>
                  <a:pt x="338351" y="492450"/>
                  <a:pt x="426559" y="499334"/>
                </a:cubicBezTo>
                <a:cubicBezTo>
                  <a:pt x="457552" y="501766"/>
                  <a:pt x="492068" y="501456"/>
                  <a:pt x="521246" y="489190"/>
                </a:cubicBezTo>
                <a:cubicBezTo>
                  <a:pt x="534980" y="483394"/>
                  <a:pt x="547626" y="473405"/>
                  <a:pt x="553327" y="459587"/>
                </a:cubicBezTo>
                <a:cubicBezTo>
                  <a:pt x="561671" y="439351"/>
                  <a:pt x="554208" y="416062"/>
                  <a:pt x="545138" y="397327"/>
                </a:cubicBezTo>
                <a:cubicBezTo>
                  <a:pt x="543635" y="394326"/>
                  <a:pt x="542029" y="391272"/>
                  <a:pt x="540370" y="388322"/>
                </a:cubicBezTo>
                <a:cubicBezTo>
                  <a:pt x="540526" y="385269"/>
                  <a:pt x="540577" y="382215"/>
                  <a:pt x="540681" y="379214"/>
                </a:cubicBezTo>
                <a:cubicBezTo>
                  <a:pt x="540785" y="363998"/>
                  <a:pt x="539645" y="348989"/>
                  <a:pt x="537053" y="334136"/>
                </a:cubicBezTo>
                <a:cubicBezTo>
                  <a:pt x="544879" y="341744"/>
                  <a:pt x="552705" y="350025"/>
                  <a:pt x="560168" y="359237"/>
                </a:cubicBezTo>
                <a:cubicBezTo>
                  <a:pt x="577892" y="381180"/>
                  <a:pt x="592404" y="406643"/>
                  <a:pt x="596083" y="435107"/>
                </a:cubicBezTo>
                <a:cubicBezTo>
                  <a:pt x="599141" y="458707"/>
                  <a:pt x="592974" y="482565"/>
                  <a:pt x="578203" y="501352"/>
                </a:cubicBezTo>
                <a:cubicBezTo>
                  <a:pt x="570637" y="510926"/>
                  <a:pt x="561412" y="518793"/>
                  <a:pt x="551513" y="524952"/>
                </a:cubicBezTo>
                <a:cubicBezTo>
                  <a:pt x="523475" y="542548"/>
                  <a:pt x="488699" y="549224"/>
                  <a:pt x="455997" y="550880"/>
                </a:cubicBezTo>
                <a:cubicBezTo>
                  <a:pt x="369758" y="555279"/>
                  <a:pt x="280150" y="528523"/>
                  <a:pt x="203706" y="490173"/>
                </a:cubicBezTo>
                <a:cubicBezTo>
                  <a:pt x="156181" y="466367"/>
                  <a:pt x="110159" y="436039"/>
                  <a:pt x="72015" y="398880"/>
                </a:cubicBezTo>
                <a:cubicBezTo>
                  <a:pt x="41126" y="368759"/>
                  <a:pt x="10290" y="328702"/>
                  <a:pt x="1997" y="285436"/>
                </a:cubicBezTo>
                <a:cubicBezTo>
                  <a:pt x="-1371" y="267478"/>
                  <a:pt x="-749" y="248588"/>
                  <a:pt x="5936" y="231612"/>
                </a:cubicBezTo>
                <a:cubicBezTo>
                  <a:pt x="14384" y="210393"/>
                  <a:pt x="31849" y="193573"/>
                  <a:pt x="52114" y="183067"/>
                </a:cubicBezTo>
                <a:cubicBezTo>
                  <a:pt x="79633" y="168783"/>
                  <a:pt x="111818" y="165264"/>
                  <a:pt x="142343" y="165989"/>
                </a:cubicBezTo>
                <a:close/>
                <a:moveTo>
                  <a:pt x="258255" y="148296"/>
                </a:moveTo>
                <a:cubicBezTo>
                  <a:pt x="337302" y="137532"/>
                  <a:pt x="421013" y="171273"/>
                  <a:pt x="470411" y="233786"/>
                </a:cubicBezTo>
                <a:cubicBezTo>
                  <a:pt x="519808" y="296299"/>
                  <a:pt x="533233" y="385412"/>
                  <a:pt x="504414" y="459724"/>
                </a:cubicBezTo>
                <a:cubicBezTo>
                  <a:pt x="502600" y="464329"/>
                  <a:pt x="500578" y="468935"/>
                  <a:pt x="497157" y="472558"/>
                </a:cubicBezTo>
                <a:cubicBezTo>
                  <a:pt x="490470" y="479492"/>
                  <a:pt x="479845" y="480838"/>
                  <a:pt x="470203" y="481252"/>
                </a:cubicBezTo>
                <a:cubicBezTo>
                  <a:pt x="418473" y="483373"/>
                  <a:pt x="367158" y="471523"/>
                  <a:pt x="318072" y="455015"/>
                </a:cubicBezTo>
                <a:cubicBezTo>
                  <a:pt x="238507" y="428260"/>
                  <a:pt x="162207" y="388154"/>
                  <a:pt x="102080" y="329626"/>
                </a:cubicBezTo>
                <a:cubicBezTo>
                  <a:pt x="93580" y="321346"/>
                  <a:pt x="85027" y="312238"/>
                  <a:pt x="80310" y="301164"/>
                </a:cubicBezTo>
                <a:cubicBezTo>
                  <a:pt x="72017" y="281602"/>
                  <a:pt x="89329" y="260282"/>
                  <a:pt x="100422" y="244705"/>
                </a:cubicBezTo>
                <a:cubicBezTo>
                  <a:pt x="109752" y="231613"/>
                  <a:pt x="120481" y="219451"/>
                  <a:pt x="132299" y="208532"/>
                </a:cubicBezTo>
                <a:cubicBezTo>
                  <a:pt x="136083" y="205117"/>
                  <a:pt x="139971" y="201701"/>
                  <a:pt x="144066" y="198493"/>
                </a:cubicBezTo>
                <a:cubicBezTo>
                  <a:pt x="176669" y="171997"/>
                  <a:pt x="216425" y="153989"/>
                  <a:pt x="258255" y="148296"/>
                </a:cubicBezTo>
                <a:close/>
                <a:moveTo>
                  <a:pt x="535808" y="39093"/>
                </a:moveTo>
                <a:cubicBezTo>
                  <a:pt x="571292" y="39093"/>
                  <a:pt x="600058" y="67827"/>
                  <a:pt x="600058" y="103273"/>
                </a:cubicBezTo>
                <a:cubicBezTo>
                  <a:pt x="600058" y="138719"/>
                  <a:pt x="571292" y="167453"/>
                  <a:pt x="535808" y="167453"/>
                </a:cubicBezTo>
                <a:cubicBezTo>
                  <a:pt x="500324" y="167453"/>
                  <a:pt x="471558" y="138719"/>
                  <a:pt x="471558" y="103273"/>
                </a:cubicBezTo>
                <a:cubicBezTo>
                  <a:pt x="471558" y="67827"/>
                  <a:pt x="500324" y="39093"/>
                  <a:pt x="535808" y="39093"/>
                </a:cubicBezTo>
                <a:close/>
                <a:moveTo>
                  <a:pt x="335085" y="0"/>
                </a:moveTo>
                <a:cubicBezTo>
                  <a:pt x="355000" y="0"/>
                  <a:pt x="371144" y="16128"/>
                  <a:pt x="371144" y="36024"/>
                </a:cubicBezTo>
                <a:cubicBezTo>
                  <a:pt x="371144" y="55920"/>
                  <a:pt x="355000" y="72048"/>
                  <a:pt x="335085" y="72048"/>
                </a:cubicBezTo>
                <a:cubicBezTo>
                  <a:pt x="315170" y="72048"/>
                  <a:pt x="299026" y="55920"/>
                  <a:pt x="299026" y="36024"/>
                </a:cubicBezTo>
                <a:cubicBezTo>
                  <a:pt x="299026" y="16128"/>
                  <a:pt x="315170" y="0"/>
                  <a:pt x="335085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/>
          </a:p>
        </p:txBody>
      </p:sp>
      <p:sp>
        <p:nvSpPr>
          <p:cNvPr id="18" name="ïṥḻíďé">
            <a:extLst>
              <a:ext uri="{FF2B5EF4-FFF2-40B4-BE49-F238E27FC236}">
                <a16:creationId xmlns:a16="http://schemas.microsoft.com/office/drawing/2014/main" id="{2BF94528-4F99-41E0-AE1C-551C2DCDF9BE}"/>
              </a:ext>
            </a:extLst>
          </p:cNvPr>
          <p:cNvSpPr txBox="1"/>
          <p:nvPr/>
        </p:nvSpPr>
        <p:spPr>
          <a:xfrm>
            <a:off x="4594663" y="2102792"/>
            <a:ext cx="3002626" cy="28170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45720" anchor="t" anchorCtr="0">
            <a:noAutofit/>
          </a:bodyPr>
          <a:lstStyle/>
          <a:p>
            <a:pPr lvl="0"/>
            <a:r>
              <a:rPr lang="zh-CN" altLang="zh-CN" dirty="0"/>
              <a:t>经营数据总览；</a:t>
            </a:r>
          </a:p>
          <a:p>
            <a:pPr lvl="0"/>
            <a:r>
              <a:rPr lang="zh-CN" altLang="zh-CN" dirty="0"/>
              <a:t>充电站管理；</a:t>
            </a:r>
          </a:p>
          <a:p>
            <a:pPr lvl="0"/>
            <a:r>
              <a:rPr lang="zh-CN" altLang="zh-CN" dirty="0"/>
              <a:t>电桩状态管理；</a:t>
            </a:r>
          </a:p>
          <a:p>
            <a:pPr lvl="0"/>
            <a:r>
              <a:rPr lang="zh-CN" altLang="zh-CN" dirty="0"/>
              <a:t>当前统一电价展示；</a:t>
            </a:r>
          </a:p>
          <a:p>
            <a:pPr lvl="0"/>
            <a:r>
              <a:rPr lang="zh-CN" altLang="zh-CN" dirty="0"/>
              <a:t>用户查询、冻结与解冻；</a:t>
            </a:r>
          </a:p>
          <a:p>
            <a:pPr lvl="0"/>
            <a:r>
              <a:rPr lang="zh-CN" altLang="zh-CN" dirty="0"/>
              <a:t>设备</a:t>
            </a:r>
            <a:r>
              <a:rPr lang="zh-CN" altLang="en-US" dirty="0"/>
              <a:t>远程重启</a:t>
            </a:r>
            <a:r>
              <a:rPr lang="zh-CN" altLang="zh-CN" dirty="0"/>
              <a:t>。</a:t>
            </a:r>
          </a:p>
        </p:txBody>
      </p:sp>
      <p:sp>
        <p:nvSpPr>
          <p:cNvPr id="19" name="ïṥḻíďé">
            <a:extLst>
              <a:ext uri="{FF2B5EF4-FFF2-40B4-BE49-F238E27FC236}">
                <a16:creationId xmlns:a16="http://schemas.microsoft.com/office/drawing/2014/main" id="{B209C7C3-89FD-4DD6-8AE4-2D7164CF278C}"/>
              </a:ext>
            </a:extLst>
          </p:cNvPr>
          <p:cNvSpPr txBox="1"/>
          <p:nvPr/>
        </p:nvSpPr>
        <p:spPr>
          <a:xfrm>
            <a:off x="8516213" y="2099420"/>
            <a:ext cx="3410743" cy="3019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0" bIns="45720" anchor="t" anchorCtr="0">
            <a:noAutofit/>
          </a:bodyPr>
          <a:lstStyle/>
          <a:p>
            <a:pPr lvl="0"/>
            <a:r>
              <a:rPr lang="zh-CN" altLang="zh-CN" dirty="0"/>
              <a:t>身份认证与权限控制；</a:t>
            </a:r>
          </a:p>
          <a:p>
            <a:pPr lvl="0"/>
            <a:r>
              <a:rPr lang="zh-CN" altLang="zh-CN" dirty="0"/>
              <a:t>站点、电桩和用户数据管理；</a:t>
            </a:r>
          </a:p>
          <a:p>
            <a:pPr lvl="0"/>
            <a:r>
              <a:rPr lang="zh-CN" altLang="zh-CN" dirty="0"/>
              <a:t>实时充电会话；</a:t>
            </a:r>
          </a:p>
          <a:p>
            <a:pPr lvl="0"/>
            <a:r>
              <a:rPr lang="zh-CN" altLang="zh-CN" dirty="0"/>
              <a:t>分时电价计算；</a:t>
            </a:r>
          </a:p>
          <a:p>
            <a:pPr lvl="0"/>
            <a:r>
              <a:rPr lang="zh-CN" altLang="zh-CN" dirty="0"/>
              <a:t>腾讯地图服务代理。</a:t>
            </a:r>
          </a:p>
        </p:txBody>
      </p:sp>
    </p:spTree>
    <p:extLst>
      <p:ext uri="{BB962C8B-B14F-4D97-AF65-F5344CB8AC3E}">
        <p14:creationId xmlns:p14="http://schemas.microsoft.com/office/powerpoint/2010/main" val="58034725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系统架构设计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A2DB49-A34F-415C-BDCB-6167DF90484C}"/>
              </a:ext>
            </a:extLst>
          </p:cNvPr>
          <p:cNvSpPr/>
          <p:nvPr/>
        </p:nvSpPr>
        <p:spPr>
          <a:xfrm>
            <a:off x="666750" y="983099"/>
            <a:ext cx="10858500" cy="5003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3EB24E-FE0D-4498-8616-DAE4D7B97315}"/>
              </a:ext>
            </a:extLst>
          </p:cNvPr>
          <p:cNvSpPr txBox="1"/>
          <p:nvPr/>
        </p:nvSpPr>
        <p:spPr>
          <a:xfrm>
            <a:off x="1139788" y="1866432"/>
            <a:ext cx="3807349" cy="722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B6D056-BA36-4095-8BCC-5DBB420ACAD9}"/>
              </a:ext>
            </a:extLst>
          </p:cNvPr>
          <p:cNvSpPr txBox="1"/>
          <p:nvPr/>
        </p:nvSpPr>
        <p:spPr>
          <a:xfrm>
            <a:off x="1139789" y="2797274"/>
            <a:ext cx="4094684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用户端：Qt 6、C++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17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、Qt WebEngine、Qt WebSockets；</a:t>
            </a:r>
          </a:p>
          <a:p>
            <a:pPr lvl="0"/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管理端：Qt Widgets、Qt Charts、Qt Network；</a:t>
            </a:r>
          </a:p>
          <a:p>
            <a:pPr lvl="0"/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后端：C++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20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、Drogon；</a:t>
            </a:r>
          </a:p>
          <a:p>
            <a:pPr lvl="0"/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数据库：PostgreSQL；</a:t>
            </a:r>
          </a:p>
          <a:p>
            <a:pPr lvl="0"/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地图服务：腾讯地图 WebService API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DAE3BEC-0D40-461A-A5E2-07A3B7AD813B}"/>
              </a:ext>
            </a:extLst>
          </p:cNvPr>
          <p:cNvCxnSpPr>
            <a:cxnSpLocks/>
          </p:cNvCxnSpPr>
          <p:nvPr/>
        </p:nvCxnSpPr>
        <p:spPr>
          <a:xfrm>
            <a:off x="1121924" y="2661234"/>
            <a:ext cx="3708000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ACC82877-2786-4FD6-0F87-15ED62390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82" y="1238456"/>
            <a:ext cx="5720609" cy="463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1089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9544" y="359650"/>
            <a:ext cx="8643848" cy="480131"/>
          </a:xfrm>
        </p:spPr>
        <p:txBody>
          <a:bodyPr/>
          <a:lstStyle/>
          <a:p>
            <a:r>
              <a:rPr lang="zh-CN" altLang="en-US" dirty="0"/>
              <a:t>用户端设计特点</a:t>
            </a:r>
          </a:p>
        </p:txBody>
      </p:sp>
      <p:pic>
        <p:nvPicPr>
          <p:cNvPr id="47" name="图片占位符 10">
            <a:extLst>
              <a:ext uri="{FF2B5EF4-FFF2-40B4-BE49-F238E27FC236}">
                <a16:creationId xmlns:a16="http://schemas.microsoft.com/office/drawing/2014/main" id="{D7B223AA-747D-4B6D-AFD2-277FB3FB83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9221" y="2439534"/>
            <a:ext cx="2306169" cy="2960069"/>
          </a:xfrm>
          <a:custGeom>
            <a:avLst/>
            <a:gdLst>
              <a:gd name="connsiteX0" fmla="*/ 0 w 2306169"/>
              <a:gd name="connsiteY0" fmla="*/ 0 h 2960070"/>
              <a:gd name="connsiteX1" fmla="*/ 2306169 w 2306169"/>
              <a:gd name="connsiteY1" fmla="*/ 0 h 2960070"/>
              <a:gd name="connsiteX2" fmla="*/ 2306169 w 2306169"/>
              <a:gd name="connsiteY2" fmla="*/ 2960070 h 2960070"/>
              <a:gd name="connsiteX3" fmla="*/ 0 w 2306169"/>
              <a:gd name="connsiteY3" fmla="*/ 2960070 h 296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6169" h="2960070">
                <a:moveTo>
                  <a:pt x="0" y="0"/>
                </a:moveTo>
                <a:lnTo>
                  <a:pt x="2306169" y="0"/>
                </a:lnTo>
                <a:lnTo>
                  <a:pt x="2306169" y="2960070"/>
                </a:lnTo>
                <a:lnTo>
                  <a:pt x="0" y="2960070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</p:pic>
      <p:pic>
        <p:nvPicPr>
          <p:cNvPr id="50" name="图片占位符 24">
            <a:extLst>
              <a:ext uri="{FF2B5EF4-FFF2-40B4-BE49-F238E27FC236}">
                <a16:creationId xmlns:a16="http://schemas.microsoft.com/office/drawing/2014/main" id="{2873D5C7-270C-4E21-994C-BC1052D60A0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8907" y="2257425"/>
            <a:ext cx="2608718" cy="3263445"/>
          </a:xfrm>
          <a:custGeom>
            <a:avLst/>
            <a:gdLst>
              <a:gd name="connsiteX0" fmla="*/ 0 w 2698760"/>
              <a:gd name="connsiteY0" fmla="*/ 0 h 3463979"/>
              <a:gd name="connsiteX1" fmla="*/ 2698760 w 2698760"/>
              <a:gd name="connsiteY1" fmla="*/ 0 h 3463979"/>
              <a:gd name="connsiteX2" fmla="*/ 2698760 w 2698760"/>
              <a:gd name="connsiteY2" fmla="*/ 3463979 h 3463979"/>
              <a:gd name="connsiteX3" fmla="*/ 0 w 2698760"/>
              <a:gd name="connsiteY3" fmla="*/ 3463979 h 3463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8760" h="3463979">
                <a:moveTo>
                  <a:pt x="0" y="0"/>
                </a:moveTo>
                <a:lnTo>
                  <a:pt x="2698760" y="0"/>
                </a:lnTo>
                <a:lnTo>
                  <a:pt x="2698760" y="3463979"/>
                </a:lnTo>
                <a:lnTo>
                  <a:pt x="0" y="3463979"/>
                </a:lnTo>
                <a:close/>
              </a:path>
            </a:pathLst>
          </a:custGeom>
          <a:noFill/>
          <a:ln>
            <a:solidFill>
              <a:srgbClr val="A13F0B"/>
            </a:solidFill>
          </a:ln>
          <a:effectLst>
            <a:outerShdw blurRad="571500" sx="102000" sy="102000" algn="ctr" rotWithShape="0">
              <a:prstClr val="black">
                <a:alpha val="24000"/>
              </a:prstClr>
            </a:outerShdw>
          </a:effectLst>
        </p:spPr>
      </p:pic>
      <p:sp>
        <p:nvSpPr>
          <p:cNvPr id="51" name="文本占位符 67">
            <a:extLst>
              <a:ext uri="{FF2B5EF4-FFF2-40B4-BE49-F238E27FC236}">
                <a16:creationId xmlns:a16="http://schemas.microsoft.com/office/drawing/2014/main" id="{2AFA494B-465B-4886-A4FF-3A21F911E51F}"/>
              </a:ext>
            </a:extLst>
          </p:cNvPr>
          <p:cNvSpPr txBox="1">
            <a:spLocks/>
          </p:cNvSpPr>
          <p:nvPr/>
        </p:nvSpPr>
        <p:spPr>
          <a:xfrm>
            <a:off x="1629544" y="5561256"/>
            <a:ext cx="1425184" cy="331664"/>
          </a:xfrm>
          <a:custGeom>
            <a:avLst/>
            <a:gdLst>
              <a:gd name="connsiteX0" fmla="*/ 0 w 1425184"/>
              <a:gd name="connsiteY0" fmla="*/ 165831 h 331664"/>
              <a:gd name="connsiteX1" fmla="*/ 0 w 1425184"/>
              <a:gd name="connsiteY1" fmla="*/ 165832 h 331664"/>
              <a:gd name="connsiteX2" fmla="*/ 0 w 1425184"/>
              <a:gd name="connsiteY2" fmla="*/ 165832 h 331664"/>
              <a:gd name="connsiteX3" fmla="*/ 165832 w 1425184"/>
              <a:gd name="connsiteY3" fmla="*/ 0 h 331664"/>
              <a:gd name="connsiteX4" fmla="*/ 1259352 w 1425184"/>
              <a:gd name="connsiteY4" fmla="*/ 0 h 331664"/>
              <a:gd name="connsiteX5" fmla="*/ 1425184 w 1425184"/>
              <a:gd name="connsiteY5" fmla="*/ 165832 h 331664"/>
              <a:gd name="connsiteX6" fmla="*/ 1425183 w 1425184"/>
              <a:gd name="connsiteY6" fmla="*/ 165832 h 331664"/>
              <a:gd name="connsiteX7" fmla="*/ 1259351 w 1425184"/>
              <a:gd name="connsiteY7" fmla="*/ 331664 h 331664"/>
              <a:gd name="connsiteX8" fmla="*/ 165832 w 1425184"/>
              <a:gd name="connsiteY8" fmla="*/ 331663 h 331664"/>
              <a:gd name="connsiteX9" fmla="*/ 13032 w 1425184"/>
              <a:gd name="connsiteY9" fmla="*/ 230380 h 331664"/>
              <a:gd name="connsiteX10" fmla="*/ 0 w 1425184"/>
              <a:gd name="connsiteY10" fmla="*/ 165832 h 331664"/>
              <a:gd name="connsiteX11" fmla="*/ 13032 w 1425184"/>
              <a:gd name="connsiteY11" fmla="*/ 101283 h 331664"/>
              <a:gd name="connsiteX12" fmla="*/ 165832 w 1425184"/>
              <a:gd name="connsiteY12" fmla="*/ 0 h 33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25184" h="331664">
                <a:moveTo>
                  <a:pt x="0" y="165831"/>
                </a:moveTo>
                <a:lnTo>
                  <a:pt x="0" y="165832"/>
                </a:lnTo>
                <a:lnTo>
                  <a:pt x="0" y="165832"/>
                </a:lnTo>
                <a:close/>
                <a:moveTo>
                  <a:pt x="165832" y="0"/>
                </a:moveTo>
                <a:lnTo>
                  <a:pt x="1259352" y="0"/>
                </a:lnTo>
                <a:cubicBezTo>
                  <a:pt x="1350938" y="0"/>
                  <a:pt x="1425184" y="74246"/>
                  <a:pt x="1425184" y="165832"/>
                </a:cubicBezTo>
                <a:lnTo>
                  <a:pt x="1425183" y="165832"/>
                </a:lnTo>
                <a:cubicBezTo>
                  <a:pt x="1425183" y="257418"/>
                  <a:pt x="1350937" y="331664"/>
                  <a:pt x="1259351" y="331664"/>
                </a:cubicBezTo>
                <a:lnTo>
                  <a:pt x="165832" y="331663"/>
                </a:lnTo>
                <a:cubicBezTo>
                  <a:pt x="97143" y="331663"/>
                  <a:pt x="38207" y="289900"/>
                  <a:pt x="13032" y="230380"/>
                </a:cubicBezTo>
                <a:lnTo>
                  <a:pt x="0" y="165832"/>
                </a:lnTo>
                <a:lnTo>
                  <a:pt x="13032" y="101283"/>
                </a:lnTo>
                <a:cubicBezTo>
                  <a:pt x="38207" y="41764"/>
                  <a:pt x="97143" y="0"/>
                  <a:pt x="16583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主要页面</a:t>
            </a:r>
          </a:p>
        </p:txBody>
      </p:sp>
      <p:sp>
        <p:nvSpPr>
          <p:cNvPr id="52" name="文本占位符 69">
            <a:extLst>
              <a:ext uri="{FF2B5EF4-FFF2-40B4-BE49-F238E27FC236}">
                <a16:creationId xmlns:a16="http://schemas.microsoft.com/office/drawing/2014/main" id="{F8ED8A16-880C-432B-8981-1DEA4A24B808}"/>
              </a:ext>
            </a:extLst>
          </p:cNvPr>
          <p:cNvSpPr txBox="1">
            <a:spLocks/>
          </p:cNvSpPr>
          <p:nvPr/>
        </p:nvSpPr>
        <p:spPr>
          <a:xfrm>
            <a:off x="4132177" y="5561256"/>
            <a:ext cx="1425184" cy="331664"/>
          </a:xfrm>
          <a:custGeom>
            <a:avLst/>
            <a:gdLst>
              <a:gd name="connsiteX0" fmla="*/ 0 w 1425184"/>
              <a:gd name="connsiteY0" fmla="*/ 165831 h 331664"/>
              <a:gd name="connsiteX1" fmla="*/ 0 w 1425184"/>
              <a:gd name="connsiteY1" fmla="*/ 165832 h 331664"/>
              <a:gd name="connsiteX2" fmla="*/ 0 w 1425184"/>
              <a:gd name="connsiteY2" fmla="*/ 165832 h 331664"/>
              <a:gd name="connsiteX3" fmla="*/ 165832 w 1425184"/>
              <a:gd name="connsiteY3" fmla="*/ 0 h 331664"/>
              <a:gd name="connsiteX4" fmla="*/ 1259352 w 1425184"/>
              <a:gd name="connsiteY4" fmla="*/ 0 h 331664"/>
              <a:gd name="connsiteX5" fmla="*/ 1425184 w 1425184"/>
              <a:gd name="connsiteY5" fmla="*/ 165832 h 331664"/>
              <a:gd name="connsiteX6" fmla="*/ 1425183 w 1425184"/>
              <a:gd name="connsiteY6" fmla="*/ 165832 h 331664"/>
              <a:gd name="connsiteX7" fmla="*/ 1259351 w 1425184"/>
              <a:gd name="connsiteY7" fmla="*/ 331664 h 331664"/>
              <a:gd name="connsiteX8" fmla="*/ 165832 w 1425184"/>
              <a:gd name="connsiteY8" fmla="*/ 331663 h 331664"/>
              <a:gd name="connsiteX9" fmla="*/ 13032 w 1425184"/>
              <a:gd name="connsiteY9" fmla="*/ 230380 h 331664"/>
              <a:gd name="connsiteX10" fmla="*/ 0 w 1425184"/>
              <a:gd name="connsiteY10" fmla="*/ 165832 h 331664"/>
              <a:gd name="connsiteX11" fmla="*/ 13032 w 1425184"/>
              <a:gd name="connsiteY11" fmla="*/ 101283 h 331664"/>
              <a:gd name="connsiteX12" fmla="*/ 165832 w 1425184"/>
              <a:gd name="connsiteY12" fmla="*/ 0 h 33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25184" h="331664">
                <a:moveTo>
                  <a:pt x="0" y="165831"/>
                </a:moveTo>
                <a:lnTo>
                  <a:pt x="0" y="165832"/>
                </a:lnTo>
                <a:lnTo>
                  <a:pt x="0" y="165832"/>
                </a:lnTo>
                <a:close/>
                <a:moveTo>
                  <a:pt x="165832" y="0"/>
                </a:moveTo>
                <a:lnTo>
                  <a:pt x="1259352" y="0"/>
                </a:lnTo>
                <a:cubicBezTo>
                  <a:pt x="1350938" y="0"/>
                  <a:pt x="1425184" y="74246"/>
                  <a:pt x="1425184" y="165832"/>
                </a:cubicBezTo>
                <a:lnTo>
                  <a:pt x="1425183" y="165832"/>
                </a:lnTo>
                <a:cubicBezTo>
                  <a:pt x="1425183" y="257418"/>
                  <a:pt x="1350937" y="331664"/>
                  <a:pt x="1259351" y="331664"/>
                </a:cubicBezTo>
                <a:lnTo>
                  <a:pt x="165832" y="331663"/>
                </a:lnTo>
                <a:cubicBezTo>
                  <a:pt x="97143" y="331663"/>
                  <a:pt x="38207" y="289900"/>
                  <a:pt x="13032" y="230380"/>
                </a:cubicBezTo>
                <a:lnTo>
                  <a:pt x="0" y="165832"/>
                </a:lnTo>
                <a:lnTo>
                  <a:pt x="13032" y="101283"/>
                </a:lnTo>
                <a:cubicBezTo>
                  <a:pt x="38207" y="41764"/>
                  <a:pt x="97143" y="0"/>
                  <a:pt x="16583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</a:defRPr>
            </a:lvl1pPr>
            <a:lvl2pPr marL="685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r>
              <a:rPr lang="zh-CN" altLang="en-US" dirty="0"/>
              <a:t>设计特点</a:t>
            </a:r>
          </a:p>
        </p:txBody>
      </p:sp>
      <p:sp>
        <p:nvSpPr>
          <p:cNvPr id="53" name="文本占位符 70">
            <a:extLst>
              <a:ext uri="{FF2B5EF4-FFF2-40B4-BE49-F238E27FC236}">
                <a16:creationId xmlns:a16="http://schemas.microsoft.com/office/drawing/2014/main" id="{0B54F23A-E2B7-4445-AD0B-D50AB9A79F3D}"/>
              </a:ext>
            </a:extLst>
          </p:cNvPr>
          <p:cNvSpPr txBox="1">
            <a:spLocks/>
          </p:cNvSpPr>
          <p:nvPr/>
        </p:nvSpPr>
        <p:spPr>
          <a:xfrm>
            <a:off x="9086028" y="5602727"/>
            <a:ext cx="2444845" cy="331664"/>
          </a:xfrm>
          <a:custGeom>
            <a:avLst/>
            <a:gdLst>
              <a:gd name="connsiteX0" fmla="*/ 0 w 1425184"/>
              <a:gd name="connsiteY0" fmla="*/ 165831 h 331664"/>
              <a:gd name="connsiteX1" fmla="*/ 0 w 1425184"/>
              <a:gd name="connsiteY1" fmla="*/ 165832 h 331664"/>
              <a:gd name="connsiteX2" fmla="*/ 0 w 1425184"/>
              <a:gd name="connsiteY2" fmla="*/ 165832 h 331664"/>
              <a:gd name="connsiteX3" fmla="*/ 165832 w 1425184"/>
              <a:gd name="connsiteY3" fmla="*/ 0 h 331664"/>
              <a:gd name="connsiteX4" fmla="*/ 1259352 w 1425184"/>
              <a:gd name="connsiteY4" fmla="*/ 0 h 331664"/>
              <a:gd name="connsiteX5" fmla="*/ 1425184 w 1425184"/>
              <a:gd name="connsiteY5" fmla="*/ 165832 h 331664"/>
              <a:gd name="connsiteX6" fmla="*/ 1425183 w 1425184"/>
              <a:gd name="connsiteY6" fmla="*/ 165832 h 331664"/>
              <a:gd name="connsiteX7" fmla="*/ 1259351 w 1425184"/>
              <a:gd name="connsiteY7" fmla="*/ 331664 h 331664"/>
              <a:gd name="connsiteX8" fmla="*/ 165832 w 1425184"/>
              <a:gd name="connsiteY8" fmla="*/ 331663 h 331664"/>
              <a:gd name="connsiteX9" fmla="*/ 13032 w 1425184"/>
              <a:gd name="connsiteY9" fmla="*/ 230380 h 331664"/>
              <a:gd name="connsiteX10" fmla="*/ 0 w 1425184"/>
              <a:gd name="connsiteY10" fmla="*/ 165832 h 331664"/>
              <a:gd name="connsiteX11" fmla="*/ 13032 w 1425184"/>
              <a:gd name="connsiteY11" fmla="*/ 101283 h 331664"/>
              <a:gd name="connsiteX12" fmla="*/ 165832 w 1425184"/>
              <a:gd name="connsiteY12" fmla="*/ 0 h 33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25184" h="331664">
                <a:moveTo>
                  <a:pt x="0" y="165831"/>
                </a:moveTo>
                <a:lnTo>
                  <a:pt x="0" y="165832"/>
                </a:lnTo>
                <a:lnTo>
                  <a:pt x="0" y="165832"/>
                </a:lnTo>
                <a:close/>
                <a:moveTo>
                  <a:pt x="165832" y="0"/>
                </a:moveTo>
                <a:lnTo>
                  <a:pt x="1259352" y="0"/>
                </a:lnTo>
                <a:cubicBezTo>
                  <a:pt x="1350938" y="0"/>
                  <a:pt x="1425184" y="74246"/>
                  <a:pt x="1425184" y="165832"/>
                </a:cubicBezTo>
                <a:lnTo>
                  <a:pt x="1425183" y="165832"/>
                </a:lnTo>
                <a:cubicBezTo>
                  <a:pt x="1425183" y="257418"/>
                  <a:pt x="1350937" y="331664"/>
                  <a:pt x="1259351" y="331664"/>
                </a:cubicBezTo>
                <a:lnTo>
                  <a:pt x="165832" y="331663"/>
                </a:lnTo>
                <a:cubicBezTo>
                  <a:pt x="97143" y="331663"/>
                  <a:pt x="38207" y="289900"/>
                  <a:pt x="13032" y="230380"/>
                </a:cubicBezTo>
                <a:lnTo>
                  <a:pt x="0" y="165832"/>
                </a:lnTo>
                <a:lnTo>
                  <a:pt x="13032" y="101283"/>
                </a:lnTo>
                <a:cubicBezTo>
                  <a:pt x="38207" y="41764"/>
                  <a:pt x="97143" y="0"/>
                  <a:pt x="16583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</a:defRPr>
            </a:lvl1pPr>
            <a:lvl2pPr marL="685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r>
              <a:rPr lang="zh-CN" altLang="zh-CN" dirty="0"/>
              <a:t>实时充电与计价</a:t>
            </a:r>
            <a:endParaRPr lang="zh-CN" altLang="en-US" dirty="0"/>
          </a:p>
        </p:txBody>
      </p:sp>
      <p:sp>
        <p:nvSpPr>
          <p:cNvPr id="54" name="文本占位符 72">
            <a:extLst>
              <a:ext uri="{FF2B5EF4-FFF2-40B4-BE49-F238E27FC236}">
                <a16:creationId xmlns:a16="http://schemas.microsoft.com/office/drawing/2014/main" id="{06A24EFB-1085-4718-BE29-252A38865808}"/>
              </a:ext>
            </a:extLst>
          </p:cNvPr>
          <p:cNvSpPr txBox="1">
            <a:spLocks/>
          </p:cNvSpPr>
          <p:nvPr/>
        </p:nvSpPr>
        <p:spPr>
          <a:xfrm>
            <a:off x="6634638" y="5686555"/>
            <a:ext cx="1425184" cy="331664"/>
          </a:xfrm>
          <a:custGeom>
            <a:avLst/>
            <a:gdLst>
              <a:gd name="connsiteX0" fmla="*/ 0 w 1425184"/>
              <a:gd name="connsiteY0" fmla="*/ 165831 h 331664"/>
              <a:gd name="connsiteX1" fmla="*/ 0 w 1425184"/>
              <a:gd name="connsiteY1" fmla="*/ 165832 h 331664"/>
              <a:gd name="connsiteX2" fmla="*/ 0 w 1425184"/>
              <a:gd name="connsiteY2" fmla="*/ 165832 h 331664"/>
              <a:gd name="connsiteX3" fmla="*/ 165832 w 1425184"/>
              <a:gd name="connsiteY3" fmla="*/ 0 h 331664"/>
              <a:gd name="connsiteX4" fmla="*/ 1259352 w 1425184"/>
              <a:gd name="connsiteY4" fmla="*/ 0 h 331664"/>
              <a:gd name="connsiteX5" fmla="*/ 1425184 w 1425184"/>
              <a:gd name="connsiteY5" fmla="*/ 165832 h 331664"/>
              <a:gd name="connsiteX6" fmla="*/ 1425183 w 1425184"/>
              <a:gd name="connsiteY6" fmla="*/ 165832 h 331664"/>
              <a:gd name="connsiteX7" fmla="*/ 1259351 w 1425184"/>
              <a:gd name="connsiteY7" fmla="*/ 331664 h 331664"/>
              <a:gd name="connsiteX8" fmla="*/ 165832 w 1425184"/>
              <a:gd name="connsiteY8" fmla="*/ 331663 h 331664"/>
              <a:gd name="connsiteX9" fmla="*/ 13032 w 1425184"/>
              <a:gd name="connsiteY9" fmla="*/ 230380 h 331664"/>
              <a:gd name="connsiteX10" fmla="*/ 0 w 1425184"/>
              <a:gd name="connsiteY10" fmla="*/ 165832 h 331664"/>
              <a:gd name="connsiteX11" fmla="*/ 13032 w 1425184"/>
              <a:gd name="connsiteY11" fmla="*/ 101283 h 331664"/>
              <a:gd name="connsiteX12" fmla="*/ 165832 w 1425184"/>
              <a:gd name="connsiteY12" fmla="*/ 0 h 33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25184" h="331664">
                <a:moveTo>
                  <a:pt x="0" y="165831"/>
                </a:moveTo>
                <a:lnTo>
                  <a:pt x="0" y="165832"/>
                </a:lnTo>
                <a:lnTo>
                  <a:pt x="0" y="165832"/>
                </a:lnTo>
                <a:close/>
                <a:moveTo>
                  <a:pt x="165832" y="0"/>
                </a:moveTo>
                <a:lnTo>
                  <a:pt x="1259352" y="0"/>
                </a:lnTo>
                <a:cubicBezTo>
                  <a:pt x="1350938" y="0"/>
                  <a:pt x="1425184" y="74246"/>
                  <a:pt x="1425184" y="165832"/>
                </a:cubicBezTo>
                <a:lnTo>
                  <a:pt x="1425183" y="165832"/>
                </a:lnTo>
                <a:cubicBezTo>
                  <a:pt x="1425183" y="257418"/>
                  <a:pt x="1350937" y="331664"/>
                  <a:pt x="1259351" y="331664"/>
                </a:cubicBezTo>
                <a:lnTo>
                  <a:pt x="165832" y="331663"/>
                </a:lnTo>
                <a:cubicBezTo>
                  <a:pt x="97143" y="331663"/>
                  <a:pt x="38207" y="289900"/>
                  <a:pt x="13032" y="230380"/>
                </a:cubicBezTo>
                <a:lnTo>
                  <a:pt x="0" y="165832"/>
                </a:lnTo>
                <a:lnTo>
                  <a:pt x="13032" y="101283"/>
                </a:lnTo>
                <a:cubicBezTo>
                  <a:pt x="38207" y="41764"/>
                  <a:pt x="97143" y="0"/>
                  <a:pt x="16583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defPPr>
              <a:defRPr lang="zh-CN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</a:defRPr>
            </a:lvl1pPr>
            <a:lvl2pPr marL="685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+mn-lt"/>
                <a:ea typeface="+mn-ea"/>
              </a:defRPr>
            </a:lvl2pPr>
            <a:lvl3pPr marL="1143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+mn-lt"/>
                <a:ea typeface="+mn-ea"/>
              </a:defRPr>
            </a:lvl3pPr>
            <a:lvl4pPr marL="1600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4pPr>
            <a:lvl5pPr marL="20574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r>
              <a:rPr lang="zh-CN" altLang="zh-CN" dirty="0"/>
              <a:t>代码架构</a:t>
            </a:r>
            <a:endParaRPr lang="zh-CN" altLang="en-US" dirty="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7680011-A633-457F-B329-22FD85C47045}"/>
              </a:ext>
            </a:extLst>
          </p:cNvPr>
          <p:cNvSpPr/>
          <p:nvPr/>
        </p:nvSpPr>
        <p:spPr>
          <a:xfrm>
            <a:off x="508864" y="1013251"/>
            <a:ext cx="3032502" cy="543754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solidFill>
                  <a:schemeClr val="accent1"/>
                </a:solidFill>
                <a:latin typeface="+mn-ea"/>
                <a:ea typeface="+mn-ea"/>
                <a:sym typeface="Wingdings 3" panose="05040102010807070707" pitchFamily="18" charset="2"/>
              </a:rPr>
              <a:t>用户端</a:t>
            </a:r>
            <a:r>
              <a:rPr kumimoji="0" lang="zh-CN" altLang="en-US" sz="2000" b="0" i="0" u="none" strike="noStrike" kern="0" cap="none" spc="1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  <a:sym typeface="Wingdings 3" panose="05040102010807070707" pitchFamily="18" charset="2"/>
              </a:rPr>
              <a:t>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9BA"/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rPr>
              <a:t>  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29E9890-00B7-4A3B-8719-9AC4F5CA3BC0}"/>
              </a:ext>
            </a:extLst>
          </p:cNvPr>
          <p:cNvGrpSpPr/>
          <p:nvPr/>
        </p:nvGrpSpPr>
        <p:grpSpPr>
          <a:xfrm>
            <a:off x="11452963" y="4186123"/>
            <a:ext cx="280608" cy="155700"/>
            <a:chOff x="11787685" y="2589881"/>
            <a:chExt cx="280608" cy="155700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58AC9937-C45B-4C0C-BE8C-331626E9BCDD}"/>
                </a:ext>
              </a:extLst>
            </p:cNvPr>
            <p:cNvGrpSpPr/>
            <p:nvPr/>
          </p:nvGrpSpPr>
          <p:grpSpPr>
            <a:xfrm>
              <a:off x="11787685" y="2589881"/>
              <a:ext cx="124788" cy="155700"/>
              <a:chOff x="11749088" y="2541722"/>
              <a:chExt cx="201981" cy="397394"/>
            </a:xfrm>
          </p:grpSpPr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E0B28B6F-983B-4035-8FA4-FBF7A69BFA6E}"/>
                  </a:ext>
                </a:extLst>
              </p:cNvPr>
              <p:cNvCxnSpPr/>
              <p:nvPr/>
            </p:nvCxnSpPr>
            <p:spPr>
              <a:xfrm>
                <a:off x="11749088" y="2541722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BB1A5A27-9A98-48F1-A9E7-95476C5750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49088" y="2737135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015E5671-166C-4094-9811-B422880223B1}"/>
                </a:ext>
              </a:extLst>
            </p:cNvPr>
            <p:cNvGrpSpPr/>
            <p:nvPr/>
          </p:nvGrpSpPr>
          <p:grpSpPr>
            <a:xfrm>
              <a:off x="11865595" y="2589881"/>
              <a:ext cx="124788" cy="155700"/>
              <a:chOff x="11749088" y="2541722"/>
              <a:chExt cx="201981" cy="397394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103B67DB-9D4D-48BE-AD15-BDC6105ACA14}"/>
                  </a:ext>
                </a:extLst>
              </p:cNvPr>
              <p:cNvCxnSpPr/>
              <p:nvPr/>
            </p:nvCxnSpPr>
            <p:spPr>
              <a:xfrm>
                <a:off x="11749088" y="2541722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35F7421C-E822-4DCE-82D3-3CF43AFABC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49088" y="2737135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8DEEA52F-6F65-4BA0-AC00-94FCCC1EF76D}"/>
                </a:ext>
              </a:extLst>
            </p:cNvPr>
            <p:cNvGrpSpPr/>
            <p:nvPr/>
          </p:nvGrpSpPr>
          <p:grpSpPr>
            <a:xfrm>
              <a:off x="11943505" y="2589881"/>
              <a:ext cx="124788" cy="155700"/>
              <a:chOff x="11749088" y="2541722"/>
              <a:chExt cx="201981" cy="397394"/>
            </a:xfrm>
          </p:grpSpPr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D35F1FDA-2B32-44A6-A020-8332B685BBEF}"/>
                  </a:ext>
                </a:extLst>
              </p:cNvPr>
              <p:cNvCxnSpPr/>
              <p:nvPr/>
            </p:nvCxnSpPr>
            <p:spPr>
              <a:xfrm>
                <a:off x="11749088" y="2541722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F6C09B7C-0F5F-4396-B0D8-460D78533E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49088" y="2737135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9AFE782-0092-4D33-AC60-ADD3AC609660}"/>
              </a:ext>
            </a:extLst>
          </p:cNvPr>
          <p:cNvGrpSpPr/>
          <p:nvPr/>
        </p:nvGrpSpPr>
        <p:grpSpPr>
          <a:xfrm flipH="1">
            <a:off x="442913" y="4186123"/>
            <a:ext cx="280608" cy="155700"/>
            <a:chOff x="11787685" y="2589881"/>
            <a:chExt cx="280608" cy="155700"/>
          </a:xfrm>
        </p:grpSpPr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9DB16C06-177D-402F-B72C-ECA971C441B2}"/>
                </a:ext>
              </a:extLst>
            </p:cNvPr>
            <p:cNvGrpSpPr/>
            <p:nvPr/>
          </p:nvGrpSpPr>
          <p:grpSpPr>
            <a:xfrm>
              <a:off x="11787685" y="2589881"/>
              <a:ext cx="124788" cy="155700"/>
              <a:chOff x="11749088" y="2541722"/>
              <a:chExt cx="201981" cy="397394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AF6E8A11-2F25-49D0-93F6-94D7C748DCE4}"/>
                  </a:ext>
                </a:extLst>
              </p:cNvPr>
              <p:cNvCxnSpPr/>
              <p:nvPr/>
            </p:nvCxnSpPr>
            <p:spPr>
              <a:xfrm>
                <a:off x="11749088" y="2541722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5CCA3629-BFEA-44D4-8C2A-3D912923C3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49088" y="2737135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9EC21708-2372-4F0E-8391-B48AA263F56F}"/>
                </a:ext>
              </a:extLst>
            </p:cNvPr>
            <p:cNvGrpSpPr/>
            <p:nvPr/>
          </p:nvGrpSpPr>
          <p:grpSpPr>
            <a:xfrm>
              <a:off x="11865595" y="2589881"/>
              <a:ext cx="124788" cy="155700"/>
              <a:chOff x="11749088" y="2541722"/>
              <a:chExt cx="201981" cy="397394"/>
            </a:xfrm>
          </p:grpSpPr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65CCA464-B438-4DBC-8F80-A686F0F79F55}"/>
                  </a:ext>
                </a:extLst>
              </p:cNvPr>
              <p:cNvCxnSpPr/>
              <p:nvPr/>
            </p:nvCxnSpPr>
            <p:spPr>
              <a:xfrm>
                <a:off x="11749088" y="2541722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374DCC8E-59FC-44A8-A11C-3CA63E519A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49088" y="2737135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5B238AA7-F7BE-4C1B-994C-A951C21D320D}"/>
                </a:ext>
              </a:extLst>
            </p:cNvPr>
            <p:cNvGrpSpPr/>
            <p:nvPr/>
          </p:nvGrpSpPr>
          <p:grpSpPr>
            <a:xfrm>
              <a:off x="11943505" y="2589881"/>
              <a:ext cx="124788" cy="155700"/>
              <a:chOff x="11749088" y="2541722"/>
              <a:chExt cx="201981" cy="397394"/>
            </a:xfrm>
          </p:grpSpPr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A7FDF2E1-BA0A-4570-8EDF-D7C8EDBF89C1}"/>
                  </a:ext>
                </a:extLst>
              </p:cNvPr>
              <p:cNvCxnSpPr/>
              <p:nvPr/>
            </p:nvCxnSpPr>
            <p:spPr>
              <a:xfrm>
                <a:off x="11749088" y="2541722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9A7890E3-5C54-4052-A7AD-16279E0971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49088" y="2737135"/>
                <a:ext cx="201981" cy="201981"/>
              </a:xfrm>
              <a:prstGeom prst="line">
                <a:avLst/>
              </a:prstGeom>
              <a:noFill/>
              <a:ln w="63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4DF90A5-F7EC-2146-161E-19B700B83BAF}"/>
              </a:ext>
            </a:extLst>
          </p:cNvPr>
          <p:cNvSpPr/>
          <p:nvPr/>
        </p:nvSpPr>
        <p:spPr>
          <a:xfrm>
            <a:off x="3694922" y="2183363"/>
            <a:ext cx="2034074" cy="3216240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A7C315-5476-5CC7-5EF8-25503C58EAE4}"/>
              </a:ext>
            </a:extLst>
          </p:cNvPr>
          <p:cNvSpPr txBox="1"/>
          <p:nvPr/>
        </p:nvSpPr>
        <p:spPr>
          <a:xfrm>
            <a:off x="3825550" y="2439534"/>
            <a:ext cx="190344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1400" dirty="0"/>
              <a:t>竖屏</a:t>
            </a:r>
            <a:r>
              <a:rPr lang="zh-CN" altLang="en-US" sz="1400" dirty="0"/>
              <a:t>，</a:t>
            </a:r>
            <a:r>
              <a:rPr lang="zh-CN" altLang="zh-CN" sz="1400" dirty="0"/>
              <a:t>布局</a:t>
            </a:r>
            <a:r>
              <a:rPr lang="zh-CN" altLang="en-US" sz="1400" dirty="0"/>
              <a:t>简约</a:t>
            </a:r>
            <a:r>
              <a:rPr lang="zh-CN" altLang="zh-CN" sz="1400" dirty="0"/>
              <a:t>；</a:t>
            </a:r>
            <a:endParaRPr lang="en-US" altLang="zh-CN" sz="1400" dirty="0"/>
          </a:p>
          <a:p>
            <a:pPr lvl="0"/>
            <a:endParaRPr lang="zh-CN" altLang="zh-CN" sz="1400" dirty="0"/>
          </a:p>
          <a:p>
            <a:pPr lvl="0"/>
            <a:r>
              <a:rPr lang="zh-CN" altLang="zh-CN" sz="1400" dirty="0"/>
              <a:t>底部</a:t>
            </a:r>
            <a:r>
              <a:rPr lang="zh-CN" altLang="en-US" sz="1400" dirty="0"/>
              <a:t>主要页面切换</a:t>
            </a:r>
            <a:r>
              <a:rPr lang="zh-CN" altLang="zh-CN" sz="1400" dirty="0"/>
              <a:t>；</a:t>
            </a:r>
            <a:endParaRPr lang="en-US" altLang="zh-CN" sz="1400" dirty="0"/>
          </a:p>
          <a:p>
            <a:pPr lvl="0"/>
            <a:endParaRPr lang="zh-CN" altLang="zh-CN" sz="1400" dirty="0"/>
          </a:p>
          <a:p>
            <a:pPr lvl="0"/>
            <a:r>
              <a:rPr lang="zh-CN" altLang="zh-CN" sz="1400" dirty="0"/>
              <a:t>不要求普通用户输入 技术信息；</a:t>
            </a:r>
            <a:endParaRPr lang="en-US" altLang="zh-CN" sz="1400" dirty="0"/>
          </a:p>
          <a:p>
            <a:pPr lvl="0"/>
            <a:endParaRPr lang="zh-CN" altLang="zh-CN" sz="1400" dirty="0"/>
          </a:p>
          <a:p>
            <a:pPr lvl="0"/>
            <a:r>
              <a:rPr lang="zh-CN" altLang="zh-CN" sz="1400" dirty="0"/>
              <a:t>页面只负责显示和收集输入；</a:t>
            </a:r>
          </a:p>
          <a:p>
            <a:pPr lvl="0"/>
            <a:endParaRPr lang="en-US" altLang="zh-CN" sz="1400" dirty="0"/>
          </a:p>
          <a:p>
            <a:pPr lvl="0"/>
            <a:r>
              <a:rPr lang="zh-CN" altLang="zh-CN" sz="1400" dirty="0"/>
              <a:t>业务通过 </a:t>
            </a:r>
            <a:r>
              <a:rPr lang="zh-CN" altLang="zh-CN" sz="1400" b="1" dirty="0"/>
              <a:t>Qt 信号与槽</a:t>
            </a:r>
            <a:r>
              <a:rPr lang="zh-CN" altLang="zh-CN" sz="1400" dirty="0"/>
              <a:t>连接。</a:t>
            </a:r>
          </a:p>
          <a:p>
            <a:endParaRPr lang="zh-CN" altLang="en-US" sz="14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AFC030-B21C-486E-C6B0-02AD5732BEF3}"/>
              </a:ext>
            </a:extLst>
          </p:cNvPr>
          <p:cNvSpPr/>
          <p:nvPr/>
        </p:nvSpPr>
        <p:spPr>
          <a:xfrm>
            <a:off x="8993257" y="1716834"/>
            <a:ext cx="2615526" cy="3756832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C3C060-89B6-40E2-02EB-E832F24D694D}"/>
              </a:ext>
            </a:extLst>
          </p:cNvPr>
          <p:cNvSpPr txBox="1"/>
          <p:nvPr/>
        </p:nvSpPr>
        <p:spPr>
          <a:xfrm>
            <a:off x="9208588" y="1873676"/>
            <a:ext cx="2029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使用 WebSocket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B3D58E-0C07-C7D4-C074-B25E22407529}"/>
              </a:ext>
            </a:extLst>
          </p:cNvPr>
          <p:cNvSpPr txBox="1"/>
          <p:nvPr/>
        </p:nvSpPr>
        <p:spPr>
          <a:xfrm>
            <a:off x="8952218" y="2663226"/>
            <a:ext cx="27968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dirty="0"/>
              <a:t>计价原则</a:t>
            </a:r>
          </a:p>
          <a:p>
            <a:pPr lvl="0"/>
            <a:r>
              <a:rPr lang="zh-CN" altLang="zh-CN" sz="1600" dirty="0"/>
              <a:t>客户端只展示价格和费用；</a:t>
            </a:r>
          </a:p>
          <a:p>
            <a:pPr lvl="0"/>
            <a:r>
              <a:rPr lang="zh-CN" altLang="zh-CN" sz="1600" dirty="0"/>
              <a:t>后端负责计算电量、费用和余额；</a:t>
            </a:r>
          </a:p>
          <a:p>
            <a:pPr lvl="0"/>
            <a:r>
              <a:rPr lang="zh-CN" altLang="zh-CN" sz="1600" b="1" dirty="0"/>
              <a:t>跨越电价时段时按不同区间分别计费；</a:t>
            </a:r>
          </a:p>
          <a:p>
            <a:pPr lvl="0"/>
            <a:r>
              <a:rPr lang="zh-CN" altLang="zh-CN" sz="1600" dirty="0"/>
              <a:t>余额不足、连接中断或用户停止时由后端统一结算。</a:t>
            </a:r>
          </a:p>
        </p:txBody>
      </p:sp>
    </p:spTree>
    <p:extLst>
      <p:ext uri="{BB962C8B-B14F-4D97-AF65-F5344CB8AC3E}">
        <p14:creationId xmlns:p14="http://schemas.microsoft.com/office/powerpoint/2010/main" val="125553115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导航功能设计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E23802-C0C4-4BBC-8B49-14F89E47D61D}"/>
              </a:ext>
            </a:extLst>
          </p:cNvPr>
          <p:cNvSpPr txBox="1"/>
          <p:nvPr/>
        </p:nvSpPr>
        <p:spPr>
          <a:xfrm>
            <a:off x="3101540" y="2014158"/>
            <a:ext cx="3559908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2000" dirty="0"/>
              <a:t>管理员输入实际地址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后端调用腾讯地图地址解析服务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获得经纬度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保存地址和坐标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2E5BDC-FBD7-4DAA-A362-18FE332B89DB}"/>
              </a:ext>
            </a:extLst>
          </p:cNvPr>
          <p:cNvSpPr txBox="1"/>
          <p:nvPr/>
        </p:nvSpPr>
        <p:spPr>
          <a:xfrm>
            <a:off x="7119332" y="1956860"/>
            <a:ext cx="3559909" cy="40010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zh-CN" sz="2000" dirty="0"/>
              <a:t>用户选择充电站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充电站坐标作为固定终点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用户输入起点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腾讯地图地点联想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用户从候选列表确认起点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选择驾车 / 步行 / 公交</a:t>
            </a:r>
          </a:p>
          <a:p>
            <a:r>
              <a:rPr lang="zh-CN" altLang="zh-CN" sz="2000" dirty="0"/>
              <a:t>        ↓</a:t>
            </a:r>
          </a:p>
          <a:p>
            <a:r>
              <a:rPr lang="zh-CN" altLang="zh-CN" sz="2000" dirty="0"/>
              <a:t>后端请求路线，客户端绘制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8364A1-0DD5-4557-ACB1-F13F6D44EA0D}"/>
              </a:ext>
            </a:extLst>
          </p:cNvPr>
          <p:cNvSpPr txBox="1"/>
          <p:nvPr/>
        </p:nvSpPr>
        <p:spPr>
          <a:xfrm>
            <a:off x="3101540" y="996144"/>
            <a:ext cx="2853509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管理端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D24B9-D51A-4A97-963A-5F65DA720C62}"/>
              </a:ext>
            </a:extLst>
          </p:cNvPr>
          <p:cNvSpPr txBox="1"/>
          <p:nvPr/>
        </p:nvSpPr>
        <p:spPr>
          <a:xfrm>
            <a:off x="7035355" y="996144"/>
            <a:ext cx="2853509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用户端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AA47DDF-FF24-47E5-5029-A81CD0C89F66}"/>
              </a:ext>
            </a:extLst>
          </p:cNvPr>
          <p:cNvSpPr/>
          <p:nvPr/>
        </p:nvSpPr>
        <p:spPr>
          <a:xfrm>
            <a:off x="2643000" y="4273422"/>
            <a:ext cx="4394719" cy="1404616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6FEDA3-36A9-B776-EC5C-CE4C7A482B5B}"/>
              </a:ext>
            </a:extLst>
          </p:cNvPr>
          <p:cNvSpPr txBox="1"/>
          <p:nvPr/>
        </p:nvSpPr>
        <p:spPr>
          <a:xfrm>
            <a:off x="2810951" y="4237066"/>
            <a:ext cx="4058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安全设计</a:t>
            </a:r>
          </a:p>
          <a:p>
            <a:pPr lvl="0"/>
            <a:r>
              <a:rPr lang="zh-CN" altLang="zh-CN" dirty="0"/>
              <a:t>腾讯地图 SK 仅保存在后端；</a:t>
            </a:r>
          </a:p>
          <a:p>
            <a:pPr lvl="0"/>
            <a:r>
              <a:rPr lang="zh-CN" altLang="zh-CN" dirty="0"/>
              <a:t>用户不需要输入任何地图技术配置；</a:t>
            </a:r>
          </a:p>
          <a:p>
            <a:pPr lvl="0"/>
            <a:r>
              <a:rPr lang="zh-CN" altLang="zh-CN" dirty="0"/>
              <a:t>WebView 只显示地图，搜索和出行方式使用 Qt 原生控件。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333F4F-6EA3-6CB5-F084-193963ECAD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30" y="900044"/>
            <a:ext cx="2401457" cy="45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20862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621F94B6-3D42-F3B8-DBCD-A6FCB4D9F025}"/>
              </a:ext>
            </a:extLst>
          </p:cNvPr>
          <p:cNvSpPr/>
          <p:nvPr/>
        </p:nvSpPr>
        <p:spPr>
          <a:xfrm>
            <a:off x="4397984" y="998948"/>
            <a:ext cx="3337094" cy="2124721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管理端设计</a:t>
            </a:r>
          </a:p>
        </p:txBody>
      </p:sp>
      <p:pic>
        <p:nvPicPr>
          <p:cNvPr id="9" name="图片占位符 25">
            <a:extLst>
              <a:ext uri="{FF2B5EF4-FFF2-40B4-BE49-F238E27FC236}">
                <a16:creationId xmlns:a16="http://schemas.microsoft.com/office/drawing/2014/main" id="{80DBB719-3F48-4399-A831-62D8AA2B29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flipH="1">
            <a:off x="664603" y="1201779"/>
            <a:ext cx="3536462" cy="3851998"/>
          </a:xfrm>
          <a:custGeom>
            <a:avLst/>
            <a:gdLst>
              <a:gd name="connsiteX0" fmla="*/ 0 w 3536462"/>
              <a:gd name="connsiteY0" fmla="*/ 0 h 3851998"/>
              <a:gd name="connsiteX1" fmla="*/ 3536462 w 3536462"/>
              <a:gd name="connsiteY1" fmla="*/ 0 h 3851998"/>
              <a:gd name="connsiteX2" fmla="*/ 3536462 w 3536462"/>
              <a:gd name="connsiteY2" fmla="*/ 3851998 h 3851998"/>
              <a:gd name="connsiteX3" fmla="*/ 0 w 3536462"/>
              <a:gd name="connsiteY3" fmla="*/ 3851998 h 385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6462" h="3851998">
                <a:moveTo>
                  <a:pt x="0" y="0"/>
                </a:moveTo>
                <a:lnTo>
                  <a:pt x="3536462" y="0"/>
                </a:lnTo>
                <a:lnTo>
                  <a:pt x="3536462" y="3851998"/>
                </a:lnTo>
                <a:lnTo>
                  <a:pt x="0" y="3851998"/>
                </a:lnTo>
                <a:close/>
              </a:path>
            </a:pathLst>
          </a:custGeom>
        </p:spPr>
      </p:pic>
      <p:pic>
        <p:nvPicPr>
          <p:cNvPr id="7" name="图片占位符 25">
            <a:extLst>
              <a:ext uri="{FF2B5EF4-FFF2-40B4-BE49-F238E27FC236}">
                <a16:creationId xmlns:a16="http://schemas.microsoft.com/office/drawing/2014/main" id="{615AC116-70B6-46F5-8687-86E1438824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flipH="1">
            <a:off x="7990937" y="1201779"/>
            <a:ext cx="3536462" cy="3851998"/>
          </a:xfrm>
          <a:custGeom>
            <a:avLst/>
            <a:gdLst>
              <a:gd name="connsiteX0" fmla="*/ 0 w 3536462"/>
              <a:gd name="connsiteY0" fmla="*/ 0 h 3851998"/>
              <a:gd name="connsiteX1" fmla="*/ 3536462 w 3536462"/>
              <a:gd name="connsiteY1" fmla="*/ 0 h 3851998"/>
              <a:gd name="connsiteX2" fmla="*/ 3536462 w 3536462"/>
              <a:gd name="connsiteY2" fmla="*/ 3851998 h 3851998"/>
              <a:gd name="connsiteX3" fmla="*/ 0 w 3536462"/>
              <a:gd name="connsiteY3" fmla="*/ 3851998 h 385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6462" h="3851998">
                <a:moveTo>
                  <a:pt x="0" y="0"/>
                </a:moveTo>
                <a:lnTo>
                  <a:pt x="3536462" y="0"/>
                </a:lnTo>
                <a:lnTo>
                  <a:pt x="3536462" y="3851998"/>
                </a:lnTo>
                <a:lnTo>
                  <a:pt x="0" y="3851998"/>
                </a:lnTo>
                <a:close/>
              </a:path>
            </a:pathLst>
          </a:custGeom>
        </p:spPr>
      </p:pic>
      <p:sp>
        <p:nvSpPr>
          <p:cNvPr id="3" name="文本占位符 67">
            <a:extLst>
              <a:ext uri="{FF2B5EF4-FFF2-40B4-BE49-F238E27FC236}">
                <a16:creationId xmlns:a16="http://schemas.microsoft.com/office/drawing/2014/main" id="{8A9EF019-D22B-1012-A85F-B28662D731DB}"/>
              </a:ext>
            </a:extLst>
          </p:cNvPr>
          <p:cNvSpPr txBox="1">
            <a:spLocks/>
          </p:cNvSpPr>
          <p:nvPr/>
        </p:nvSpPr>
        <p:spPr>
          <a:xfrm>
            <a:off x="1592220" y="855982"/>
            <a:ext cx="1888097" cy="331664"/>
          </a:xfrm>
          <a:custGeom>
            <a:avLst/>
            <a:gdLst>
              <a:gd name="connsiteX0" fmla="*/ 0 w 1425184"/>
              <a:gd name="connsiteY0" fmla="*/ 165831 h 331664"/>
              <a:gd name="connsiteX1" fmla="*/ 0 w 1425184"/>
              <a:gd name="connsiteY1" fmla="*/ 165832 h 331664"/>
              <a:gd name="connsiteX2" fmla="*/ 0 w 1425184"/>
              <a:gd name="connsiteY2" fmla="*/ 165832 h 331664"/>
              <a:gd name="connsiteX3" fmla="*/ 165832 w 1425184"/>
              <a:gd name="connsiteY3" fmla="*/ 0 h 331664"/>
              <a:gd name="connsiteX4" fmla="*/ 1259352 w 1425184"/>
              <a:gd name="connsiteY4" fmla="*/ 0 h 331664"/>
              <a:gd name="connsiteX5" fmla="*/ 1425184 w 1425184"/>
              <a:gd name="connsiteY5" fmla="*/ 165832 h 331664"/>
              <a:gd name="connsiteX6" fmla="*/ 1425183 w 1425184"/>
              <a:gd name="connsiteY6" fmla="*/ 165832 h 331664"/>
              <a:gd name="connsiteX7" fmla="*/ 1259351 w 1425184"/>
              <a:gd name="connsiteY7" fmla="*/ 331664 h 331664"/>
              <a:gd name="connsiteX8" fmla="*/ 165832 w 1425184"/>
              <a:gd name="connsiteY8" fmla="*/ 331663 h 331664"/>
              <a:gd name="connsiteX9" fmla="*/ 13032 w 1425184"/>
              <a:gd name="connsiteY9" fmla="*/ 230380 h 331664"/>
              <a:gd name="connsiteX10" fmla="*/ 0 w 1425184"/>
              <a:gd name="connsiteY10" fmla="*/ 165832 h 331664"/>
              <a:gd name="connsiteX11" fmla="*/ 13032 w 1425184"/>
              <a:gd name="connsiteY11" fmla="*/ 101283 h 331664"/>
              <a:gd name="connsiteX12" fmla="*/ 165832 w 1425184"/>
              <a:gd name="connsiteY12" fmla="*/ 0 h 33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25184" h="331664">
                <a:moveTo>
                  <a:pt x="0" y="165831"/>
                </a:moveTo>
                <a:lnTo>
                  <a:pt x="0" y="165832"/>
                </a:lnTo>
                <a:lnTo>
                  <a:pt x="0" y="165832"/>
                </a:lnTo>
                <a:close/>
                <a:moveTo>
                  <a:pt x="165832" y="0"/>
                </a:moveTo>
                <a:lnTo>
                  <a:pt x="1259352" y="0"/>
                </a:lnTo>
                <a:cubicBezTo>
                  <a:pt x="1350938" y="0"/>
                  <a:pt x="1425184" y="74246"/>
                  <a:pt x="1425184" y="165832"/>
                </a:cubicBezTo>
                <a:lnTo>
                  <a:pt x="1425183" y="165832"/>
                </a:lnTo>
                <a:cubicBezTo>
                  <a:pt x="1425183" y="257418"/>
                  <a:pt x="1350937" y="331664"/>
                  <a:pt x="1259351" y="331664"/>
                </a:cubicBezTo>
                <a:lnTo>
                  <a:pt x="165832" y="331663"/>
                </a:lnTo>
                <a:cubicBezTo>
                  <a:pt x="97143" y="331663"/>
                  <a:pt x="38207" y="289900"/>
                  <a:pt x="13032" y="230380"/>
                </a:cubicBezTo>
                <a:lnTo>
                  <a:pt x="0" y="165832"/>
                </a:lnTo>
                <a:lnTo>
                  <a:pt x="13032" y="101283"/>
                </a:lnTo>
                <a:cubicBezTo>
                  <a:pt x="38207" y="41764"/>
                  <a:pt x="97143" y="0"/>
                  <a:pt x="16583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主要页面</a:t>
            </a:r>
          </a:p>
        </p:txBody>
      </p:sp>
      <p:sp>
        <p:nvSpPr>
          <p:cNvPr id="4" name="文本占位符 67">
            <a:extLst>
              <a:ext uri="{FF2B5EF4-FFF2-40B4-BE49-F238E27FC236}">
                <a16:creationId xmlns:a16="http://schemas.microsoft.com/office/drawing/2014/main" id="{3DA1AC94-9A14-436F-BF82-F84B2689AD63}"/>
              </a:ext>
            </a:extLst>
          </p:cNvPr>
          <p:cNvSpPr txBox="1">
            <a:spLocks/>
          </p:cNvSpPr>
          <p:nvPr/>
        </p:nvSpPr>
        <p:spPr>
          <a:xfrm>
            <a:off x="9046576" y="870115"/>
            <a:ext cx="1425184" cy="331664"/>
          </a:xfrm>
          <a:custGeom>
            <a:avLst/>
            <a:gdLst>
              <a:gd name="connsiteX0" fmla="*/ 0 w 1425184"/>
              <a:gd name="connsiteY0" fmla="*/ 165831 h 331664"/>
              <a:gd name="connsiteX1" fmla="*/ 0 w 1425184"/>
              <a:gd name="connsiteY1" fmla="*/ 165832 h 331664"/>
              <a:gd name="connsiteX2" fmla="*/ 0 w 1425184"/>
              <a:gd name="connsiteY2" fmla="*/ 165832 h 331664"/>
              <a:gd name="connsiteX3" fmla="*/ 165832 w 1425184"/>
              <a:gd name="connsiteY3" fmla="*/ 0 h 331664"/>
              <a:gd name="connsiteX4" fmla="*/ 1259352 w 1425184"/>
              <a:gd name="connsiteY4" fmla="*/ 0 h 331664"/>
              <a:gd name="connsiteX5" fmla="*/ 1425184 w 1425184"/>
              <a:gd name="connsiteY5" fmla="*/ 165832 h 331664"/>
              <a:gd name="connsiteX6" fmla="*/ 1425183 w 1425184"/>
              <a:gd name="connsiteY6" fmla="*/ 165832 h 331664"/>
              <a:gd name="connsiteX7" fmla="*/ 1259351 w 1425184"/>
              <a:gd name="connsiteY7" fmla="*/ 331664 h 331664"/>
              <a:gd name="connsiteX8" fmla="*/ 165832 w 1425184"/>
              <a:gd name="connsiteY8" fmla="*/ 331663 h 331664"/>
              <a:gd name="connsiteX9" fmla="*/ 13032 w 1425184"/>
              <a:gd name="connsiteY9" fmla="*/ 230380 h 331664"/>
              <a:gd name="connsiteX10" fmla="*/ 0 w 1425184"/>
              <a:gd name="connsiteY10" fmla="*/ 165832 h 331664"/>
              <a:gd name="connsiteX11" fmla="*/ 13032 w 1425184"/>
              <a:gd name="connsiteY11" fmla="*/ 101283 h 331664"/>
              <a:gd name="connsiteX12" fmla="*/ 165832 w 1425184"/>
              <a:gd name="connsiteY12" fmla="*/ 0 h 33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25184" h="331664">
                <a:moveTo>
                  <a:pt x="0" y="165831"/>
                </a:moveTo>
                <a:lnTo>
                  <a:pt x="0" y="165832"/>
                </a:lnTo>
                <a:lnTo>
                  <a:pt x="0" y="165832"/>
                </a:lnTo>
                <a:close/>
                <a:moveTo>
                  <a:pt x="165832" y="0"/>
                </a:moveTo>
                <a:lnTo>
                  <a:pt x="1259352" y="0"/>
                </a:lnTo>
                <a:cubicBezTo>
                  <a:pt x="1350938" y="0"/>
                  <a:pt x="1425184" y="74246"/>
                  <a:pt x="1425184" y="165832"/>
                </a:cubicBezTo>
                <a:lnTo>
                  <a:pt x="1425183" y="165832"/>
                </a:lnTo>
                <a:cubicBezTo>
                  <a:pt x="1425183" y="257418"/>
                  <a:pt x="1350937" y="331664"/>
                  <a:pt x="1259351" y="331664"/>
                </a:cubicBezTo>
                <a:lnTo>
                  <a:pt x="165832" y="331663"/>
                </a:lnTo>
                <a:cubicBezTo>
                  <a:pt x="97143" y="331663"/>
                  <a:pt x="38207" y="289900"/>
                  <a:pt x="13032" y="230380"/>
                </a:cubicBezTo>
                <a:lnTo>
                  <a:pt x="0" y="165832"/>
                </a:lnTo>
                <a:lnTo>
                  <a:pt x="13032" y="101283"/>
                </a:lnTo>
                <a:cubicBezTo>
                  <a:pt x="38207" y="41764"/>
                  <a:pt x="97143" y="0"/>
                  <a:pt x="16583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代码结构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BC0888-1C65-34E5-1DEA-2CC1F8A23C48}"/>
              </a:ext>
            </a:extLst>
          </p:cNvPr>
          <p:cNvSpPr txBox="1"/>
          <p:nvPr/>
        </p:nvSpPr>
        <p:spPr>
          <a:xfrm>
            <a:off x="4791815" y="1089898"/>
            <a:ext cx="28738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b="1" dirty="0"/>
              <a:t>主要功能：</a:t>
            </a:r>
          </a:p>
          <a:p>
            <a:pPr lvl="0"/>
            <a:r>
              <a:rPr lang="zh-CN" altLang="zh-CN" sz="1600" dirty="0"/>
              <a:t>经营数据总览；</a:t>
            </a:r>
          </a:p>
          <a:p>
            <a:pPr lvl="0"/>
            <a:r>
              <a:rPr lang="zh-CN" altLang="zh-CN" sz="1600" dirty="0"/>
              <a:t>充电站信息查看；</a:t>
            </a:r>
          </a:p>
          <a:p>
            <a:pPr lvl="0"/>
            <a:r>
              <a:rPr lang="zh-CN" altLang="zh-CN" sz="1600" dirty="0"/>
              <a:t>站内电桩状态查看；</a:t>
            </a:r>
          </a:p>
          <a:p>
            <a:pPr lvl="0"/>
            <a:r>
              <a:rPr lang="zh-CN" altLang="zh-CN" sz="1600" dirty="0"/>
              <a:t>电桩重启；</a:t>
            </a:r>
          </a:p>
          <a:p>
            <a:pPr lvl="0"/>
            <a:r>
              <a:rPr lang="zh-CN" altLang="zh-CN" sz="1600" dirty="0"/>
              <a:t>用户查询；</a:t>
            </a:r>
          </a:p>
          <a:p>
            <a:pPr lvl="0"/>
            <a:r>
              <a:rPr lang="zh-CN" altLang="zh-CN" sz="1600" dirty="0"/>
              <a:t>用户冻结和解冻。</a:t>
            </a:r>
          </a:p>
          <a:p>
            <a:endParaRPr lang="zh-CN" altLang="en-US" sz="1600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ED1F747-2247-F751-EF01-60406F1830DF}"/>
              </a:ext>
            </a:extLst>
          </p:cNvPr>
          <p:cNvSpPr/>
          <p:nvPr/>
        </p:nvSpPr>
        <p:spPr>
          <a:xfrm>
            <a:off x="4427454" y="3519950"/>
            <a:ext cx="3337094" cy="2124721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b="1" dirty="0">
                <a:solidFill>
                  <a:schemeClr val="tx1"/>
                </a:solidFill>
              </a:rPr>
              <a:t>设计原则：</a:t>
            </a:r>
          </a:p>
          <a:p>
            <a:r>
              <a:rPr lang="zh-CN" altLang="zh-CN" dirty="0">
                <a:solidFill>
                  <a:schemeClr val="tx1"/>
                </a:solidFill>
              </a:rPr>
              <a:t>管理员操作业务信息，地图坐标等技术数据应由后端自动生成，不应要求管理员手工计算或填写</a:t>
            </a: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85254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服务端设计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8364A1-0DD5-4557-ACB1-F13F6D44EA0D}"/>
              </a:ext>
            </a:extLst>
          </p:cNvPr>
          <p:cNvSpPr txBox="1"/>
          <p:nvPr/>
        </p:nvSpPr>
        <p:spPr>
          <a:xfrm>
            <a:off x="1894943" y="1484901"/>
            <a:ext cx="2853509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分层架构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E6D24B9-D51A-4A97-963A-5F65DA720C62}"/>
              </a:ext>
            </a:extLst>
          </p:cNvPr>
          <p:cNvSpPr txBox="1"/>
          <p:nvPr/>
        </p:nvSpPr>
        <p:spPr>
          <a:xfrm>
            <a:off x="7035355" y="1484901"/>
            <a:ext cx="3956106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rPr>
              <a:t>实时充电与计价流程</a:t>
            </a:r>
          </a:p>
        </p:txBody>
      </p:sp>
      <p:sp>
        <p:nvSpPr>
          <p:cNvPr id="2" name="任意多边形 27">
            <a:extLst>
              <a:ext uri="{FF2B5EF4-FFF2-40B4-BE49-F238E27FC236}">
                <a16:creationId xmlns:a16="http://schemas.microsoft.com/office/drawing/2014/main" id="{718CAE4B-CB7A-89F9-432D-5C14C4A0F906}"/>
              </a:ext>
            </a:extLst>
          </p:cNvPr>
          <p:cNvSpPr/>
          <p:nvPr/>
        </p:nvSpPr>
        <p:spPr>
          <a:xfrm>
            <a:off x="470224" y="713907"/>
            <a:ext cx="10847096" cy="727160"/>
          </a:xfrm>
          <a:custGeom>
            <a:avLst/>
            <a:gdLst>
              <a:gd name="connsiteX0" fmla="*/ 1184250 w 10858500"/>
              <a:gd name="connsiteY0" fmla="*/ 0 h 3478276"/>
              <a:gd name="connsiteX1" fmla="*/ 1348954 w 10858500"/>
              <a:gd name="connsiteY1" fmla="*/ 283972 h 3478276"/>
              <a:gd name="connsiteX2" fmla="*/ 10858500 w 10858500"/>
              <a:gd name="connsiteY2" fmla="*/ 283972 h 3478276"/>
              <a:gd name="connsiteX3" fmla="*/ 10858500 w 10858500"/>
              <a:gd name="connsiteY3" fmla="*/ 3478276 h 3478276"/>
              <a:gd name="connsiteX4" fmla="*/ 0 w 10858500"/>
              <a:gd name="connsiteY4" fmla="*/ 3478276 h 3478276"/>
              <a:gd name="connsiteX5" fmla="*/ 0 w 10858500"/>
              <a:gd name="connsiteY5" fmla="*/ 283972 h 3478276"/>
              <a:gd name="connsiteX6" fmla="*/ 1019546 w 10858500"/>
              <a:gd name="connsiteY6" fmla="*/ 283972 h 347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58500" h="3478276">
                <a:moveTo>
                  <a:pt x="1184250" y="0"/>
                </a:moveTo>
                <a:lnTo>
                  <a:pt x="1348954" y="283972"/>
                </a:lnTo>
                <a:lnTo>
                  <a:pt x="10858500" y="283972"/>
                </a:lnTo>
                <a:lnTo>
                  <a:pt x="10858500" y="3478276"/>
                </a:lnTo>
                <a:lnTo>
                  <a:pt x="0" y="3478276"/>
                </a:lnTo>
                <a:lnTo>
                  <a:pt x="0" y="283972"/>
                </a:lnTo>
                <a:lnTo>
                  <a:pt x="1019546" y="2839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b="1" dirty="0">
                <a:solidFill>
                  <a:schemeClr val="tx1"/>
                </a:solidFill>
              </a:rPr>
              <a:t>技术栈</a:t>
            </a:r>
            <a:r>
              <a:rPr lang="en-US" altLang="zh-CN" b="1" dirty="0">
                <a:solidFill>
                  <a:schemeClr val="tx1"/>
                </a:solidFill>
              </a:rPr>
              <a:t>    </a:t>
            </a:r>
            <a:r>
              <a:rPr lang="zh-CN" altLang="zh-CN" dirty="0">
                <a:solidFill>
                  <a:schemeClr val="tx1"/>
                </a:solidFill>
              </a:rPr>
              <a:t>C++</a:t>
            </a:r>
            <a:r>
              <a:rPr lang="en-US" altLang="zh-CN" dirty="0">
                <a:solidFill>
                  <a:schemeClr val="tx1"/>
                </a:solidFill>
              </a:rPr>
              <a:t>20</a:t>
            </a:r>
            <a:r>
              <a:rPr lang="zh-CN" altLang="zh-CN" dirty="0">
                <a:solidFill>
                  <a:schemeClr val="tx1"/>
                </a:solidFill>
              </a:rPr>
              <a:t> · Drogon · PostgreSQL · HTTP/JSON · WebSocket</a:t>
            </a:r>
          </a:p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0C85D86-9DE6-1D70-AC40-3C15102BE9C9}"/>
              </a:ext>
            </a:extLst>
          </p:cNvPr>
          <p:cNvSpPr/>
          <p:nvPr/>
        </p:nvSpPr>
        <p:spPr>
          <a:xfrm>
            <a:off x="737831" y="2490886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solidFill>
                  <a:schemeClr val="tx1"/>
                </a:solidFill>
              </a:rPr>
              <a:t>Controller：请求接收、Token 认证、参数校验和响应封装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45585A72-DCED-A771-7F73-0523CD43493A}"/>
              </a:ext>
            </a:extLst>
          </p:cNvPr>
          <p:cNvSpPr/>
          <p:nvPr/>
        </p:nvSpPr>
        <p:spPr>
          <a:xfrm>
            <a:off x="3007571" y="2984350"/>
            <a:ext cx="205274" cy="4334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E47E2A-073E-F965-EAD1-70CBA366AD03}"/>
              </a:ext>
            </a:extLst>
          </p:cNvPr>
          <p:cNvSpPr/>
          <p:nvPr/>
        </p:nvSpPr>
        <p:spPr>
          <a:xfrm>
            <a:off x="726683" y="3449683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600" dirty="0">
                <a:solidFill>
                  <a:schemeClr val="tx1"/>
                </a:solidFill>
              </a:rPr>
              <a:t>Service：用户、站点、电桩、充电及分时计价规则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D9AC31-53BF-32EF-46F5-C5025FFF97F7}"/>
              </a:ext>
            </a:extLst>
          </p:cNvPr>
          <p:cNvSpPr/>
          <p:nvPr/>
        </p:nvSpPr>
        <p:spPr>
          <a:xfrm>
            <a:off x="726682" y="4433226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>
                <a:solidFill>
                  <a:schemeClr val="tx1"/>
                </a:solidFill>
              </a:rPr>
              <a:t>Repository：SQL 查询、事务处理及数据持久化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3765D75-8323-8AF2-2815-3CA960E23EA5}"/>
              </a:ext>
            </a:extLst>
          </p:cNvPr>
          <p:cNvSpPr/>
          <p:nvPr/>
        </p:nvSpPr>
        <p:spPr>
          <a:xfrm>
            <a:off x="737831" y="5384223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dirty="0">
                <a:solidFill>
                  <a:schemeClr val="tx1"/>
                </a:solidFill>
              </a:rPr>
              <a:t>PostgreSQL：统一保存业务数据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B500AEB1-E94E-C35A-C6E5-93E48B2C67AC}"/>
              </a:ext>
            </a:extLst>
          </p:cNvPr>
          <p:cNvSpPr/>
          <p:nvPr/>
        </p:nvSpPr>
        <p:spPr>
          <a:xfrm>
            <a:off x="3007571" y="3970852"/>
            <a:ext cx="205274" cy="4334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F3046C7D-7B3B-D9DB-39F5-686765629221}"/>
              </a:ext>
            </a:extLst>
          </p:cNvPr>
          <p:cNvSpPr/>
          <p:nvPr/>
        </p:nvSpPr>
        <p:spPr>
          <a:xfrm>
            <a:off x="3007571" y="4973281"/>
            <a:ext cx="205274" cy="4334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D49763B-04C4-D873-F764-41C8515882C1}"/>
              </a:ext>
            </a:extLst>
          </p:cNvPr>
          <p:cNvSpPr/>
          <p:nvPr/>
        </p:nvSpPr>
        <p:spPr>
          <a:xfrm>
            <a:off x="6505344" y="2498686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WebSocket </a:t>
            </a:r>
            <a:r>
              <a:rPr lang="zh-CN" altLang="en-US" dirty="0">
                <a:solidFill>
                  <a:schemeClr val="tx1"/>
                </a:solidFill>
              </a:rPr>
              <a:t>建立持续充电会话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F05678-08C4-A892-260F-63EFE0073721}"/>
              </a:ext>
            </a:extLst>
          </p:cNvPr>
          <p:cNvSpPr/>
          <p:nvPr/>
        </p:nvSpPr>
        <p:spPr>
          <a:xfrm>
            <a:off x="6494196" y="3449683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服务端实时计算时长、电量、费用和剩余余额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CBC9C1F-B1F2-EB79-8708-332AC1185D8B}"/>
              </a:ext>
            </a:extLst>
          </p:cNvPr>
          <p:cNvSpPr/>
          <p:nvPr/>
        </p:nvSpPr>
        <p:spPr>
          <a:xfrm>
            <a:off x="6494195" y="4433226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用户停止、余额不足或连接中断时统一结算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C7299B6-64E5-1BD2-93CD-8E6E2FF18A41}"/>
              </a:ext>
            </a:extLst>
          </p:cNvPr>
          <p:cNvSpPr/>
          <p:nvPr/>
        </p:nvSpPr>
        <p:spPr>
          <a:xfrm>
            <a:off x="6505344" y="5384223"/>
            <a:ext cx="5358169" cy="493464"/>
          </a:xfrm>
          <a:prstGeom prst="roundRect">
            <a:avLst/>
          </a:prstGeom>
          <a:solidFill>
            <a:srgbClr val="B0CB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HTTP </a:t>
            </a:r>
            <a:r>
              <a:rPr lang="zh-CN" altLang="en-US" dirty="0">
                <a:solidFill>
                  <a:schemeClr val="tx1"/>
                </a:solidFill>
              </a:rPr>
              <a:t>接口负责一次性查询与停止命令</a:t>
            </a:r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F37591AE-1135-6731-40B5-E140A293C393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rot="5400000">
            <a:off x="8950089" y="3215342"/>
            <a:ext cx="457533" cy="11148"/>
          </a:xfrm>
          <a:prstGeom prst="curved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AAB44198-0096-89CB-4A6A-DF10CF2DADE1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 rot="5400000">
            <a:off x="8928242" y="4188186"/>
            <a:ext cx="490079" cy="1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5CA06E5A-E899-380D-D189-CED1623C902D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 rot="16200000" flipH="1">
            <a:off x="8950088" y="5149881"/>
            <a:ext cx="457533" cy="11149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295534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团队贡献</a:t>
            </a:r>
            <a:r>
              <a:rPr lang="en-US" altLang="zh-CN" dirty="0"/>
              <a:t>/</a:t>
            </a:r>
            <a:r>
              <a:rPr lang="zh-CN" altLang="en-US" dirty="0"/>
              <a:t>分工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7B82EF6-30C4-4B2A-81CB-67B7A3B1BC8B}"/>
              </a:ext>
            </a:extLst>
          </p:cNvPr>
          <p:cNvGrpSpPr/>
          <p:nvPr/>
        </p:nvGrpSpPr>
        <p:grpSpPr>
          <a:xfrm>
            <a:off x="0" y="929832"/>
            <a:ext cx="3273369" cy="2120917"/>
            <a:chOff x="1815403" y="1348382"/>
            <a:chExt cx="3273369" cy="2120917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2A43CB9-142A-428C-92B3-7F809E33B2FC}"/>
                </a:ext>
              </a:extLst>
            </p:cNvPr>
            <p:cNvSpPr/>
            <p:nvPr/>
          </p:nvSpPr>
          <p:spPr>
            <a:xfrm>
              <a:off x="2220894" y="1380060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6FEE9BC-B961-4035-AED7-758020A67F8C}"/>
                </a:ext>
              </a:extLst>
            </p:cNvPr>
            <p:cNvSpPr/>
            <p:nvPr/>
          </p:nvSpPr>
          <p:spPr>
            <a:xfrm>
              <a:off x="2179167" y="1348382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C91A019-CEE9-4118-86F9-58F17466C871}"/>
                </a:ext>
              </a:extLst>
            </p:cNvPr>
            <p:cNvSpPr txBox="1"/>
            <p:nvPr/>
          </p:nvSpPr>
          <p:spPr>
            <a:xfrm>
              <a:off x="1815403" y="1380013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李奕萱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9B54065-2A95-4A77-89E3-D702A5EBD8B9}"/>
                </a:ext>
              </a:extLst>
            </p:cNvPr>
            <p:cNvSpPr txBox="1"/>
            <p:nvPr/>
          </p:nvSpPr>
          <p:spPr>
            <a:xfrm>
              <a:off x="1815403" y="2063978"/>
              <a:ext cx="3273369" cy="14053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/>
                  <a:ea typeface="微软雅黑"/>
                </a:rPr>
                <a:t>项目文档填写</a:t>
              </a:r>
              <a:endParaRPr kumimoji="0" lang="en-US" altLang="zh-CN" sz="1800" b="0" i="0" u="none" strike="noStrike" kern="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kern="0" dirty="0">
                  <a:solidFill>
                    <a:schemeClr val="tx1"/>
                  </a:solidFill>
                  <a:latin typeface="微软雅黑"/>
                  <a:ea typeface="微软雅黑"/>
                </a:rPr>
                <a:t>管理端功能完善</a:t>
              </a:r>
              <a:endParaRPr kumimoji="0" lang="en-US" altLang="zh-CN" sz="1800" b="0" i="0" u="none" strike="noStrike" kern="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/>
                  <a:ea typeface="微软雅黑"/>
                </a:rPr>
                <a:t>客户端与管理端</a:t>
              </a:r>
              <a:r>
                <a:rPr lang="en-US" altLang="zh-CN" sz="1800" kern="0" dirty="0">
                  <a:solidFill>
                    <a:schemeClr val="tx1"/>
                  </a:solidFill>
                  <a:latin typeface="微软雅黑"/>
                  <a:ea typeface="微软雅黑"/>
                </a:rPr>
                <a:t>UI</a:t>
              </a:r>
              <a:r>
                <a:rPr lang="zh-CN" altLang="en-US" sz="1800" kern="0" dirty="0">
                  <a:solidFill>
                    <a:schemeClr val="tx1"/>
                  </a:solidFill>
                  <a:latin typeface="微软雅黑"/>
                  <a:ea typeface="微软雅黑"/>
                </a:rPr>
                <a:t>界面</a:t>
              </a:r>
              <a:endParaRPr lang="en-US" altLang="zh-CN" sz="1800" kern="0" dirty="0">
                <a:solidFill>
                  <a:schemeClr val="tx1"/>
                </a:solidFill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7B2D0AE-D415-4C2A-A6F1-A2F1581FB2BE}"/>
              </a:ext>
            </a:extLst>
          </p:cNvPr>
          <p:cNvGrpSpPr/>
          <p:nvPr/>
        </p:nvGrpSpPr>
        <p:grpSpPr>
          <a:xfrm>
            <a:off x="3093377" y="924842"/>
            <a:ext cx="3273369" cy="2100328"/>
            <a:chOff x="6319804" y="1354686"/>
            <a:chExt cx="3273369" cy="2100328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57BA12D-AD05-4D78-A340-396E79C50788}"/>
                </a:ext>
              </a:extLst>
            </p:cNvPr>
            <p:cNvSpPr/>
            <p:nvPr/>
          </p:nvSpPr>
          <p:spPr>
            <a:xfrm>
              <a:off x="6869510" y="1386364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B424AFF-CEE3-497E-B352-3AB5A43B722B}"/>
                </a:ext>
              </a:extLst>
            </p:cNvPr>
            <p:cNvSpPr/>
            <p:nvPr/>
          </p:nvSpPr>
          <p:spPr>
            <a:xfrm>
              <a:off x="6827783" y="1354686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4EB7766-6C16-42BA-B49E-B9AAB36DE8CF}"/>
                </a:ext>
              </a:extLst>
            </p:cNvPr>
            <p:cNvSpPr txBox="1"/>
            <p:nvPr/>
          </p:nvSpPr>
          <p:spPr>
            <a:xfrm>
              <a:off x="6319804" y="1387294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微软雅黑"/>
                  <a:ea typeface="微软雅黑"/>
                </a:rPr>
                <a:t>吴洵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2479119-2211-4336-8F06-9C9F87A793DD}"/>
                </a:ext>
              </a:extLst>
            </p:cNvPr>
            <p:cNvSpPr txBox="1"/>
            <p:nvPr/>
          </p:nvSpPr>
          <p:spPr>
            <a:xfrm>
              <a:off x="6319804" y="2049693"/>
              <a:ext cx="3273369" cy="14053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项目文档流程图</a:t>
              </a:r>
              <a:endParaRPr kumimoji="0" lang="en-US" altLang="zh-CN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管理端核心功能</a:t>
              </a:r>
              <a:endParaRPr kumimoji="0" lang="en-US" altLang="zh-CN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客户端导航功能</a:t>
              </a:r>
              <a:endParaRPr lang="en-US" altLang="zh-CN" sz="18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7FB38355-6987-4B19-99F9-222FB41E8104}"/>
              </a:ext>
            </a:extLst>
          </p:cNvPr>
          <p:cNvGrpSpPr/>
          <p:nvPr/>
        </p:nvGrpSpPr>
        <p:grpSpPr>
          <a:xfrm>
            <a:off x="3788931" y="3167801"/>
            <a:ext cx="3273369" cy="2249691"/>
            <a:chOff x="4459315" y="3916867"/>
            <a:chExt cx="3273369" cy="2249691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18C3664-0853-491A-BE9B-D4A2794AF64C}"/>
                </a:ext>
              </a:extLst>
            </p:cNvPr>
            <p:cNvSpPr/>
            <p:nvPr/>
          </p:nvSpPr>
          <p:spPr>
            <a:xfrm>
              <a:off x="5862281" y="3948545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31803C4-482D-4365-980C-415AD0E8AAAC}"/>
                </a:ext>
              </a:extLst>
            </p:cNvPr>
            <p:cNvSpPr/>
            <p:nvPr/>
          </p:nvSpPr>
          <p:spPr>
            <a:xfrm>
              <a:off x="5820554" y="3916867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4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DFC2586-BDBD-44D5-BBFA-48FCD92892AA}"/>
                </a:ext>
              </a:extLst>
            </p:cNvPr>
            <p:cNvSpPr txBox="1"/>
            <p:nvPr/>
          </p:nvSpPr>
          <p:spPr>
            <a:xfrm>
              <a:off x="4459315" y="4581896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微软雅黑"/>
                  <a:ea typeface="微软雅黑"/>
                </a:rPr>
                <a:t>姚雨森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1BC0EB4-12F7-4F37-8544-5BF315D05CFC}"/>
                </a:ext>
              </a:extLst>
            </p:cNvPr>
            <p:cNvSpPr txBox="1"/>
            <p:nvPr/>
          </p:nvSpPr>
          <p:spPr>
            <a:xfrm>
              <a:off x="4459315" y="5121335"/>
              <a:ext cx="3273369" cy="10452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后端负责人</a:t>
              </a:r>
              <a:endParaRPr lang="en-US" altLang="zh-CN" sz="18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客户端功能测试与完善</a:t>
              </a:r>
              <a:endParaRPr lang="en-US" altLang="zh-CN" sz="1800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70EE628E-4E4E-45AC-BC8C-5B9B5B8C2BD2}"/>
              </a:ext>
            </a:extLst>
          </p:cNvPr>
          <p:cNvGrpSpPr/>
          <p:nvPr/>
        </p:nvGrpSpPr>
        <p:grpSpPr>
          <a:xfrm>
            <a:off x="7504127" y="3199479"/>
            <a:ext cx="3273369" cy="2243341"/>
            <a:chOff x="7881498" y="3926541"/>
            <a:chExt cx="3273369" cy="2243341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0F681F8E-B076-4E4C-88EB-41F1D7D4F718}"/>
                </a:ext>
              </a:extLst>
            </p:cNvPr>
            <p:cNvSpPr/>
            <p:nvPr/>
          </p:nvSpPr>
          <p:spPr>
            <a:xfrm>
              <a:off x="9284464" y="3958219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0D17495-3BDC-4527-8562-91D730CD654F}"/>
                </a:ext>
              </a:extLst>
            </p:cNvPr>
            <p:cNvSpPr/>
            <p:nvPr/>
          </p:nvSpPr>
          <p:spPr>
            <a:xfrm>
              <a:off x="9242737" y="3926541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5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AF8339EA-9CBA-4E24-B5E3-FF4A85E07C02}"/>
                </a:ext>
              </a:extLst>
            </p:cNvPr>
            <p:cNvSpPr txBox="1"/>
            <p:nvPr/>
          </p:nvSpPr>
          <p:spPr>
            <a:xfrm>
              <a:off x="7881498" y="4591570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曾梓木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A6F76D48-7DAA-467C-9AFC-9FD318CB0373}"/>
                </a:ext>
              </a:extLst>
            </p:cNvPr>
            <p:cNvSpPr txBox="1"/>
            <p:nvPr/>
          </p:nvSpPr>
          <p:spPr>
            <a:xfrm>
              <a:off x="7881498" y="5124659"/>
              <a:ext cx="3273369" cy="10452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后端负责人</a:t>
              </a:r>
              <a:endParaRPr kumimoji="0" lang="en-US" altLang="zh-CN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客户端功能</a:t>
              </a:r>
              <a:r>
                <a:rPr lang="en-US" altLang="zh-CN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demo</a:t>
              </a:r>
              <a:endParaRPr kumimoji="0" lang="en-US" altLang="zh-CN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管理端功能测试与完善</a:t>
              </a:r>
              <a:endPara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DCF633A-213F-41CC-89C2-7F067A88A0EA}"/>
              </a:ext>
            </a:extLst>
          </p:cNvPr>
          <p:cNvGrpSpPr/>
          <p:nvPr/>
        </p:nvGrpSpPr>
        <p:grpSpPr>
          <a:xfrm>
            <a:off x="1" y="3132858"/>
            <a:ext cx="3788930" cy="2017383"/>
            <a:chOff x="862566" y="3929346"/>
            <a:chExt cx="3788930" cy="2017383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24D736E-26A5-4106-A34E-FF3B9CBBF605}"/>
                </a:ext>
              </a:extLst>
            </p:cNvPr>
            <p:cNvSpPr/>
            <p:nvPr/>
          </p:nvSpPr>
          <p:spPr>
            <a:xfrm>
              <a:off x="2440100" y="3961024"/>
              <a:ext cx="550893" cy="550893"/>
            </a:xfrm>
            <a:prstGeom prst="ellips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D5F9009D-C0F8-44B2-897A-3AEEB0508B56}"/>
                </a:ext>
              </a:extLst>
            </p:cNvPr>
            <p:cNvSpPr/>
            <p:nvPr/>
          </p:nvSpPr>
          <p:spPr>
            <a:xfrm>
              <a:off x="2398373" y="3929346"/>
              <a:ext cx="550893" cy="550893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3F49B9B3-DE29-4347-B6C2-B1208531A7A9}"/>
                </a:ext>
              </a:extLst>
            </p:cNvPr>
            <p:cNvSpPr txBox="1"/>
            <p:nvPr/>
          </p:nvSpPr>
          <p:spPr>
            <a:xfrm>
              <a:off x="1037134" y="4594375"/>
              <a:ext cx="3273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300" normalizeH="0" baseline="0" noProof="0" dirty="0">
                  <a:ln>
                    <a:noFill/>
                  </a:ln>
                  <a:solidFill>
                    <a:schemeClr val="accent4"/>
                  </a:solidFill>
                  <a:effectLst/>
                  <a:uLnTx/>
                  <a:uFillTx/>
                  <a:latin typeface="微软雅黑"/>
                  <a:ea typeface="微软雅黑"/>
                </a:rPr>
                <a:t>徐钲</a:t>
              </a: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B8069EE-72A5-46CD-980A-F639DEEE7FDF}"/>
                </a:ext>
              </a:extLst>
            </p:cNvPr>
            <p:cNvSpPr txBox="1"/>
            <p:nvPr/>
          </p:nvSpPr>
          <p:spPr>
            <a:xfrm>
              <a:off x="862566" y="5133814"/>
              <a:ext cx="3788930" cy="8129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30000"/>
                </a:lnSpc>
                <a:defRPr sz="1400" spc="3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文档填写与交付</a:t>
              </a:r>
              <a:r>
                <a:rPr kumimoji="0" lang="zh-CN" altLang="en-US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：需求矩阵、概要设计</a:t>
              </a:r>
              <a:endParaRPr lang="en-US" altLang="zh-CN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0" cap="none" spc="30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/>
                  <a:ea typeface="微软雅黑"/>
                </a:rPr>
                <a:t>项目分工安排</a:t>
              </a:r>
              <a:endParaRPr kumimoji="0" lang="en-US" altLang="zh-CN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客户端核心功能</a:t>
              </a:r>
              <a:endParaRPr kumimoji="0" lang="zh-CN" altLang="en-US" b="0" i="0" u="none" strike="noStrike" kern="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3F856DF-1D56-914B-EDFD-0E8CC3C6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998" y="817111"/>
            <a:ext cx="5120893" cy="229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6917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024095" y="2175350"/>
            <a:ext cx="6206079" cy="1200329"/>
          </a:xfrm>
        </p:spPr>
        <p:txBody>
          <a:bodyPr/>
          <a:lstStyle/>
          <a:p>
            <a:r>
              <a:rPr lang="zh-CN" altLang="zh-CN" dirty="0"/>
              <a:t>Gale Verdict </a:t>
            </a:r>
            <a:br>
              <a:rPr lang="en-US" altLang="zh-CN" dirty="0"/>
            </a:br>
            <a:r>
              <a:rPr lang="zh-CN" altLang="zh-CN" dirty="0"/>
              <a:t>电动汽车充电运营管理平台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F17DDF-65D5-1E34-1175-2669A7CE1435}"/>
              </a:ext>
            </a:extLst>
          </p:cNvPr>
          <p:cNvSpPr txBox="1">
            <a:spLocks/>
          </p:cNvSpPr>
          <p:nvPr/>
        </p:nvSpPr>
        <p:spPr bwMode="auto">
          <a:xfrm>
            <a:off x="5601176" y="3375679"/>
            <a:ext cx="6221139" cy="34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rtl="0" eaLnBrk="0" fontAlgn="base" hangingPunct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400" kern="1200" spc="1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答辩人：第四组　　　　　　时间：</a:t>
            </a:r>
            <a:r>
              <a:rPr lang="en-US" altLang="zh-CN" dirty="0"/>
              <a:t>2026/9/10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3A038E-1C8B-4ED1-5E21-235879369351}"/>
              </a:ext>
            </a:extLst>
          </p:cNvPr>
          <p:cNvSpPr txBox="1"/>
          <p:nvPr/>
        </p:nvSpPr>
        <p:spPr>
          <a:xfrm>
            <a:off x="6271593" y="3800118"/>
            <a:ext cx="102373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李奕萱</a:t>
            </a:r>
            <a:endParaRPr lang="en-US" altLang="zh-CN" sz="1600" dirty="0"/>
          </a:p>
          <a:p>
            <a:r>
              <a:rPr lang="zh-CN" altLang="en-US" sz="1600" dirty="0"/>
              <a:t>吴洵</a:t>
            </a:r>
            <a:endParaRPr lang="en-US" altLang="zh-CN" sz="1600" dirty="0"/>
          </a:p>
          <a:p>
            <a:r>
              <a:rPr lang="zh-CN" altLang="en-US" sz="1600" dirty="0"/>
              <a:t>徐钲</a:t>
            </a:r>
            <a:endParaRPr lang="en-US" altLang="zh-CN" sz="1600" dirty="0"/>
          </a:p>
          <a:p>
            <a:r>
              <a:rPr lang="zh-CN" altLang="en-US" sz="1600" dirty="0"/>
              <a:t>姚雨森</a:t>
            </a:r>
            <a:endParaRPr lang="en-US" altLang="zh-CN" sz="1600" dirty="0"/>
          </a:p>
          <a:p>
            <a:r>
              <a:rPr lang="zh-CN" altLang="en-US" sz="1600" dirty="0"/>
              <a:t>曾梓木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431180440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封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封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封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封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封7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封8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封9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目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目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目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目5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目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目7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目8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6109</TotalTime>
  <Words>1349</Words>
  <Application>Microsoft Office PowerPoint</Application>
  <PresentationFormat>宽屏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17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仿宋</vt:lpstr>
      <vt:lpstr>微软雅黑</vt:lpstr>
      <vt:lpstr>微软雅黑 Light</vt:lpstr>
      <vt:lpstr>Arial</vt:lpstr>
      <vt:lpstr>Century Gothic</vt:lpstr>
      <vt:lpstr>封1​​</vt:lpstr>
      <vt:lpstr>封2​​</vt:lpstr>
      <vt:lpstr>封3​​</vt:lpstr>
      <vt:lpstr>封4​​</vt:lpstr>
      <vt:lpstr>封5​​</vt:lpstr>
      <vt:lpstr>封6​​</vt:lpstr>
      <vt:lpstr>封7​​</vt:lpstr>
      <vt:lpstr>封8​​</vt:lpstr>
      <vt:lpstr>封9​​</vt:lpstr>
      <vt:lpstr>目1​​</vt:lpstr>
      <vt:lpstr>目2​​</vt:lpstr>
      <vt:lpstr>目3​​</vt:lpstr>
      <vt:lpstr>目4​​</vt:lpstr>
      <vt:lpstr>目5​​</vt:lpstr>
      <vt:lpstr>目6​​</vt:lpstr>
      <vt:lpstr>目7​​</vt:lpstr>
      <vt:lpstr>目8​​</vt:lpstr>
      <vt:lpstr>Gale Verdict  电动汽车充电运营管理平台</vt:lpstr>
      <vt:lpstr>项目目标/面向用户</vt:lpstr>
      <vt:lpstr>需求分析</vt:lpstr>
      <vt:lpstr>系统架构设计</vt:lpstr>
      <vt:lpstr>用户端设计特点</vt:lpstr>
      <vt:lpstr>导航功能设计</vt:lpstr>
      <vt:lpstr>管理端设计</vt:lpstr>
      <vt:lpstr>服务端设计</vt:lpstr>
      <vt:lpstr>团队贡献/分工</vt:lpstr>
      <vt:lpstr>Gale Verdict  电动汽车充电运营管理平台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韩宇</dc:creator>
  <cp:lastModifiedBy>钲 徐</cp:lastModifiedBy>
  <cp:revision>657</cp:revision>
  <dcterms:created xsi:type="dcterms:W3CDTF">2016-11-28T11:30:35Z</dcterms:created>
  <dcterms:modified xsi:type="dcterms:W3CDTF">2026-09-09T16:04:16Z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2019-04-12T06:42:33.4777185Z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f2877715-b2cf-4189-b763-9fb10023ee09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